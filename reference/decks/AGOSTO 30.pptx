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347" r:id="rId28"/>
    <p:sldId id="348" r:id="rId29"/>
    <p:sldId id="350" r:id="rId30"/>
    <p:sldId id="351" r:id="rId31"/>
    <p:sldId id="349" r:id="rId32"/>
    <p:sldId id="352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  <p:sldId id="309" r:id="rId53"/>
    <p:sldId id="310" r:id="rId54"/>
    <p:sldId id="311" r:id="rId55"/>
    <p:sldId id="312" r:id="rId56"/>
    <p:sldId id="313" r:id="rId57"/>
    <p:sldId id="314" r:id="rId58"/>
    <p:sldId id="315" r:id="rId59"/>
    <p:sldId id="316" r:id="rId60"/>
    <p:sldId id="317" r:id="rId61"/>
    <p:sldId id="318" r:id="rId62"/>
    <p:sldId id="319" r:id="rId63"/>
    <p:sldId id="320" r:id="rId64"/>
    <p:sldId id="321" r:id="rId65"/>
    <p:sldId id="322" r:id="rId66"/>
    <p:sldId id="323" r:id="rId67"/>
    <p:sldId id="324" r:id="rId68"/>
    <p:sldId id="325" r:id="rId69"/>
    <p:sldId id="326" r:id="rId70"/>
    <p:sldId id="327" r:id="rId71"/>
    <p:sldId id="328" r:id="rId72"/>
    <p:sldId id="329" r:id="rId73"/>
    <p:sldId id="330" r:id="rId74"/>
    <p:sldId id="331" r:id="rId75"/>
    <p:sldId id="332" r:id="rId76"/>
    <p:sldId id="333" r:id="rId77"/>
    <p:sldId id="334" r:id="rId78"/>
    <p:sldId id="335" r:id="rId79"/>
    <p:sldId id="336" r:id="rId80"/>
    <p:sldId id="337" r:id="rId81"/>
    <p:sldId id="338" r:id="rId82"/>
    <p:sldId id="339" r:id="rId83"/>
    <p:sldId id="340" r:id="rId84"/>
    <p:sldId id="341" r:id="rId85"/>
    <p:sldId id="342" r:id="rId86"/>
    <p:sldId id="343" r:id="rId87"/>
    <p:sldId id="344" r:id="rId88"/>
    <p:sldId id="345" r:id="rId89"/>
    <p:sldId id="346" r:id="rId90"/>
  </p:sldIdLst>
  <p:sldSz cx="18288000" cy="10287000"/>
  <p:notesSz cx="6858000" cy="9144000"/>
  <p:embeddedFontLst>
    <p:embeddedFont>
      <p:font typeface="ITC Cheltenham Condensed Bold Italics" panose="02040703050705090404" pitchFamily="18" charset="77"/>
      <p:regular r:id="rId91"/>
      <p:bold r:id="rId92"/>
      <p:italic r:id="rId93"/>
      <p:boldItalic r:id="rId94"/>
    </p:embeddedFont>
    <p:embeddedFont>
      <p:font typeface="ITC Cheltenham Condensed Italics" panose="02040606050505090404" pitchFamily="18" charset="77"/>
      <p:regular r:id="rId95"/>
      <p:italic r:id="rId96"/>
    </p:embeddedFont>
    <p:embeddedFont>
      <p:font typeface="Neue Montreal Bold" pitchFamily="2" charset="0"/>
      <p:regular r:id="rId97"/>
      <p:bold r:id="rId98"/>
    </p:embeddedFont>
    <p:embeddedFont>
      <p:font typeface="Neue Montreal Bold Italics" pitchFamily="2" charset="0"/>
      <p:regular r:id="rId99"/>
      <p:bold r:id="rId100"/>
      <p:italic r:id="rId101"/>
      <p:boldItalic r:id="rId102"/>
    </p:embeddedFont>
    <p:embeddedFont>
      <p:font typeface="Open Sans Bold" panose="020B0806030504020204" pitchFamily="34" charset="0"/>
      <p:regular r:id="rId103"/>
      <p:bold r:id="rId10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F9C384A-9BC6-B5D2-CEE3-85EE0001DE80}" v="36" dt="2026-08-30T02:44:31.6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 autoAdjust="0"/>
    <p:restoredTop sz="94658" autoAdjust="0"/>
  </p:normalViewPr>
  <p:slideViewPr>
    <p:cSldViewPr>
      <p:cViewPr varScale="1">
        <p:scale>
          <a:sx n="80" d="100"/>
          <a:sy n="80" d="100"/>
        </p:scale>
        <p:origin x="824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theme" Target="theme/theme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font" Target="fonts/font12.fntdata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font" Target="fonts/font5.fntdata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font" Target="fonts/font13.fntdata"/><Relationship Id="rId108" Type="http://schemas.openxmlformats.org/officeDocument/2006/relationships/tableStyles" Target="tableStyle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font" Target="fonts/font1.fntdata"/><Relationship Id="rId96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font" Target="fonts/font4.fntdata"/><Relationship Id="rId99" Type="http://schemas.openxmlformats.org/officeDocument/2006/relationships/font" Target="fonts/font9.fntdata"/><Relationship Id="rId10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microsoft.com/office/2016/11/relationships/changesInfo" Target="changesInfos/changesInfo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font" Target="fonts/font7.fntdata"/><Relationship Id="rId104" Type="http://schemas.openxmlformats.org/officeDocument/2006/relationships/font" Target="fonts/font14.fntdata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font" Target="fonts/font2.fntdata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microsoft.com/office/2015/10/relationships/revisionInfo" Target="revisionInfo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font" Target="fonts/font10.fntdata"/><Relationship Id="rId105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font" Target="fonts/font3.fntdata"/><Relationship Id="rId98" Type="http://schemas.openxmlformats.org/officeDocument/2006/relationships/font" Target="fonts/font8.fntdata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ltimedia Amigos 30 Calle" userId="64fa1cdb0b67ee3f" providerId="LiveId" clId="{0DB65EA7-D64C-5D7D-AC37-E5F3BF49DE58}"/>
    <pc:docChg chg="undo custSel addSld delSld modSld sldOrd">
      <pc:chgData name="Multimedia Amigos 30 Calle" userId="64fa1cdb0b67ee3f" providerId="LiveId" clId="{0DB65EA7-D64C-5D7D-AC37-E5F3BF49DE58}" dt="2026-08-30T15:20:13.845" v="174" actId="20577"/>
      <pc:docMkLst>
        <pc:docMk/>
      </pc:docMkLst>
      <pc:sldChg chg="addSp delSp modSp mod">
        <pc:chgData name="Multimedia Amigos 30 Calle" userId="64fa1cdb0b67ee3f" providerId="LiveId" clId="{0DB65EA7-D64C-5D7D-AC37-E5F3BF49DE58}" dt="2026-08-30T14:57:36.847" v="148" actId="1076"/>
        <pc:sldMkLst>
          <pc:docMk/>
          <pc:sldMk cId="0" sldId="277"/>
        </pc:sldMkLst>
        <pc:spChg chg="add del mod">
          <ac:chgData name="Multimedia Amigos 30 Calle" userId="64fa1cdb0b67ee3f" providerId="LiveId" clId="{0DB65EA7-D64C-5D7D-AC37-E5F3BF49DE58}" dt="2026-08-30T14:53:09.986" v="94" actId="47"/>
          <ac:spMkLst>
            <pc:docMk/>
            <pc:sldMk cId="0" sldId="277"/>
            <ac:spMk id="6" creationId="{00000000-0000-0000-0000-000000000000}"/>
          </ac:spMkLst>
        </pc:spChg>
        <pc:spChg chg="mod">
          <ac:chgData name="Multimedia Amigos 30 Calle" userId="64fa1cdb0b67ee3f" providerId="LiveId" clId="{0DB65EA7-D64C-5D7D-AC37-E5F3BF49DE58}" dt="2026-08-30T14:57:36.847" v="148" actId="1076"/>
          <ac:spMkLst>
            <pc:docMk/>
            <pc:sldMk cId="0" sldId="277"/>
            <ac:spMk id="7" creationId="{00000000-0000-0000-0000-000000000000}"/>
          </ac:spMkLst>
        </pc:spChg>
      </pc:sldChg>
      <pc:sldChg chg="modSp mod">
        <pc:chgData name="Multimedia Amigos 30 Calle" userId="64fa1cdb0b67ee3f" providerId="LiveId" clId="{0DB65EA7-D64C-5D7D-AC37-E5F3BF49DE58}" dt="2026-08-30T14:57:46.581" v="149" actId="1076"/>
        <pc:sldMkLst>
          <pc:docMk/>
          <pc:sldMk cId="0" sldId="278"/>
        </pc:sldMkLst>
        <pc:spChg chg="mod">
          <ac:chgData name="Multimedia Amigos 30 Calle" userId="64fa1cdb0b67ee3f" providerId="LiveId" clId="{0DB65EA7-D64C-5D7D-AC37-E5F3BF49DE58}" dt="2026-08-30T14:52:17.846" v="67" actId="20577"/>
          <ac:spMkLst>
            <pc:docMk/>
            <pc:sldMk cId="0" sldId="278"/>
            <ac:spMk id="4" creationId="{00000000-0000-0000-0000-000000000000}"/>
          </ac:spMkLst>
        </pc:spChg>
        <pc:spChg chg="mod">
          <ac:chgData name="Multimedia Amigos 30 Calle" userId="64fa1cdb0b67ee3f" providerId="LiveId" clId="{0DB65EA7-D64C-5D7D-AC37-E5F3BF49DE58}" dt="2026-08-30T14:57:46.581" v="149" actId="1076"/>
          <ac:spMkLst>
            <pc:docMk/>
            <pc:sldMk cId="0" sldId="278"/>
            <ac:spMk id="6" creationId="{00000000-0000-0000-0000-000000000000}"/>
          </ac:spMkLst>
        </pc:spChg>
        <pc:grpChg chg="mod">
          <ac:chgData name="Multimedia Amigos 30 Calle" userId="64fa1cdb0b67ee3f" providerId="LiveId" clId="{0DB65EA7-D64C-5D7D-AC37-E5F3BF49DE58}" dt="2026-08-30T14:53:07.736" v="87" actId="1076"/>
          <ac:grpSpMkLst>
            <pc:docMk/>
            <pc:sldMk cId="0" sldId="278"/>
            <ac:grpSpMk id="3" creationId="{00000000-0000-0000-0000-000000000000}"/>
          </ac:grpSpMkLst>
        </pc:grpChg>
      </pc:sldChg>
      <pc:sldChg chg="modSp mod">
        <pc:chgData name="Multimedia Amigos 30 Calle" userId="64fa1cdb0b67ee3f" providerId="LiveId" clId="{0DB65EA7-D64C-5D7D-AC37-E5F3BF49DE58}" dt="2026-08-30T14:54:56.335" v="108" actId="1076"/>
        <pc:sldMkLst>
          <pc:docMk/>
          <pc:sldMk cId="0" sldId="279"/>
        </pc:sldMkLst>
        <pc:spChg chg="mod">
          <ac:chgData name="Multimedia Amigos 30 Calle" userId="64fa1cdb0b67ee3f" providerId="LiveId" clId="{0DB65EA7-D64C-5D7D-AC37-E5F3BF49DE58}" dt="2026-08-30T14:54:56.335" v="108" actId="1076"/>
          <ac:spMkLst>
            <pc:docMk/>
            <pc:sldMk cId="0" sldId="279"/>
            <ac:spMk id="6" creationId="{00000000-0000-0000-0000-000000000000}"/>
          </ac:spMkLst>
        </pc:spChg>
        <pc:grpChg chg="mod">
          <ac:chgData name="Multimedia Amigos 30 Calle" userId="64fa1cdb0b67ee3f" providerId="LiveId" clId="{0DB65EA7-D64C-5D7D-AC37-E5F3BF49DE58}" dt="2026-08-30T14:54:49.357" v="107" actId="1076"/>
          <ac:grpSpMkLst>
            <pc:docMk/>
            <pc:sldMk cId="0" sldId="279"/>
            <ac:grpSpMk id="3" creationId="{00000000-0000-0000-0000-000000000000}"/>
          </ac:grpSpMkLst>
        </pc:grpChg>
      </pc:sldChg>
      <pc:sldChg chg="modSp mod">
        <pc:chgData name="Multimedia Amigos 30 Calle" userId="64fa1cdb0b67ee3f" providerId="LiveId" clId="{0DB65EA7-D64C-5D7D-AC37-E5F3BF49DE58}" dt="2026-08-30T14:55:31.941" v="111" actId="21"/>
        <pc:sldMkLst>
          <pc:docMk/>
          <pc:sldMk cId="0" sldId="280"/>
        </pc:sldMkLst>
        <pc:spChg chg="mod">
          <ac:chgData name="Multimedia Amigos 30 Calle" userId="64fa1cdb0b67ee3f" providerId="LiveId" clId="{0DB65EA7-D64C-5D7D-AC37-E5F3BF49DE58}" dt="2026-08-30T14:55:31.941" v="111" actId="21"/>
          <ac:spMkLst>
            <pc:docMk/>
            <pc:sldMk cId="0" sldId="280"/>
            <ac:spMk id="6" creationId="{00000000-0000-0000-0000-000000000000}"/>
          </ac:spMkLst>
        </pc:spChg>
      </pc:sldChg>
      <pc:sldChg chg="modSp mod">
        <pc:chgData name="Multimedia Amigos 30 Calle" userId="64fa1cdb0b67ee3f" providerId="LiveId" clId="{0DB65EA7-D64C-5D7D-AC37-E5F3BF49DE58}" dt="2026-08-30T15:15:52.589" v="166" actId="1076"/>
        <pc:sldMkLst>
          <pc:docMk/>
          <pc:sldMk cId="0" sldId="281"/>
        </pc:sldMkLst>
        <pc:spChg chg="mod">
          <ac:chgData name="Multimedia Amigos 30 Calle" userId="64fa1cdb0b67ee3f" providerId="LiveId" clId="{0DB65EA7-D64C-5D7D-AC37-E5F3BF49DE58}" dt="2026-08-30T15:15:52.589" v="166" actId="1076"/>
          <ac:spMkLst>
            <pc:docMk/>
            <pc:sldMk cId="0" sldId="281"/>
            <ac:spMk id="6" creationId="{00000000-0000-0000-0000-000000000000}"/>
          </ac:spMkLst>
        </pc:spChg>
      </pc:sldChg>
      <pc:sldChg chg="del">
        <pc:chgData name="Multimedia Amigos 30 Calle" userId="64fa1cdb0b67ee3f" providerId="LiveId" clId="{0DB65EA7-D64C-5D7D-AC37-E5F3BF49DE58}" dt="2026-08-30T14:56:44.967" v="123" actId="2696"/>
        <pc:sldMkLst>
          <pc:docMk/>
          <pc:sldMk cId="0" sldId="282"/>
        </pc:sldMkLst>
      </pc:sldChg>
      <pc:sldChg chg="del">
        <pc:chgData name="Multimedia Amigos 30 Calle" userId="64fa1cdb0b67ee3f" providerId="LiveId" clId="{0DB65EA7-D64C-5D7D-AC37-E5F3BF49DE58}" dt="2026-08-30T14:56:37.435" v="117" actId="2696"/>
        <pc:sldMkLst>
          <pc:docMk/>
          <pc:sldMk cId="0" sldId="283"/>
        </pc:sldMkLst>
      </pc:sldChg>
      <pc:sldChg chg="del">
        <pc:chgData name="Multimedia Amigos 30 Calle" userId="64fa1cdb0b67ee3f" providerId="LiveId" clId="{0DB65EA7-D64C-5D7D-AC37-E5F3BF49DE58}" dt="2026-08-30T14:56:37.432" v="116" actId="2696"/>
        <pc:sldMkLst>
          <pc:docMk/>
          <pc:sldMk cId="0" sldId="284"/>
        </pc:sldMkLst>
      </pc:sldChg>
      <pc:sldChg chg="del">
        <pc:chgData name="Multimedia Amigos 30 Calle" userId="64fa1cdb0b67ee3f" providerId="LiveId" clId="{0DB65EA7-D64C-5D7D-AC37-E5F3BF49DE58}" dt="2026-08-30T14:56:37.441" v="118" actId="2696"/>
        <pc:sldMkLst>
          <pc:docMk/>
          <pc:sldMk cId="0" sldId="285"/>
        </pc:sldMkLst>
      </pc:sldChg>
      <pc:sldChg chg="del">
        <pc:chgData name="Multimedia Amigos 30 Calle" userId="64fa1cdb0b67ee3f" providerId="LiveId" clId="{0DB65EA7-D64C-5D7D-AC37-E5F3BF49DE58}" dt="2026-08-30T14:56:37.446" v="119" actId="2696"/>
        <pc:sldMkLst>
          <pc:docMk/>
          <pc:sldMk cId="0" sldId="286"/>
        </pc:sldMkLst>
      </pc:sldChg>
      <pc:sldChg chg="del">
        <pc:chgData name="Multimedia Amigos 30 Calle" userId="64fa1cdb0b67ee3f" providerId="LiveId" clId="{0DB65EA7-D64C-5D7D-AC37-E5F3BF49DE58}" dt="2026-08-30T14:56:37.450" v="120" actId="2696"/>
        <pc:sldMkLst>
          <pc:docMk/>
          <pc:sldMk cId="0" sldId="287"/>
        </pc:sldMkLst>
      </pc:sldChg>
      <pc:sldChg chg="del">
        <pc:chgData name="Multimedia Amigos 30 Calle" userId="64fa1cdb0b67ee3f" providerId="LiveId" clId="{0DB65EA7-D64C-5D7D-AC37-E5F3BF49DE58}" dt="2026-08-30T14:56:37.454" v="121" actId="2696"/>
        <pc:sldMkLst>
          <pc:docMk/>
          <pc:sldMk cId="0" sldId="288"/>
        </pc:sldMkLst>
      </pc:sldChg>
      <pc:sldChg chg="del">
        <pc:chgData name="Multimedia Amigos 30 Calle" userId="64fa1cdb0b67ee3f" providerId="LiveId" clId="{0DB65EA7-D64C-5D7D-AC37-E5F3BF49DE58}" dt="2026-08-30T14:56:37.457" v="122" actId="2696"/>
        <pc:sldMkLst>
          <pc:docMk/>
          <pc:sldMk cId="0" sldId="289"/>
        </pc:sldMkLst>
      </pc:sldChg>
      <pc:sldChg chg="modSp mod">
        <pc:chgData name="Multimedia Amigos 30 Calle" userId="64fa1cdb0b67ee3f" providerId="LiveId" clId="{0DB65EA7-D64C-5D7D-AC37-E5F3BF49DE58}" dt="2026-08-30T15:20:13.845" v="174" actId="20577"/>
        <pc:sldMkLst>
          <pc:docMk/>
          <pc:sldMk cId="0" sldId="292"/>
        </pc:sldMkLst>
        <pc:spChg chg="mod">
          <ac:chgData name="Multimedia Amigos 30 Calle" userId="64fa1cdb0b67ee3f" providerId="LiveId" clId="{0DB65EA7-D64C-5D7D-AC37-E5F3BF49DE58}" dt="2026-08-30T15:20:13.845" v="174" actId="20577"/>
          <ac:spMkLst>
            <pc:docMk/>
            <pc:sldMk cId="0" sldId="292"/>
            <ac:spMk id="6" creationId="{00000000-0000-0000-0000-000000000000}"/>
          </ac:spMkLst>
        </pc:spChg>
      </pc:sldChg>
      <pc:sldChg chg="modSp mod">
        <pc:chgData name="Multimedia Amigos 30 Calle" userId="64fa1cdb0b67ee3f" providerId="LiveId" clId="{0DB65EA7-D64C-5D7D-AC37-E5F3BF49DE58}" dt="2026-08-30T15:13:37.947" v="155" actId="1076"/>
        <pc:sldMkLst>
          <pc:docMk/>
          <pc:sldMk cId="0" sldId="343"/>
        </pc:sldMkLst>
        <pc:spChg chg="mod">
          <ac:chgData name="Multimedia Amigos 30 Calle" userId="64fa1cdb0b67ee3f" providerId="LiveId" clId="{0DB65EA7-D64C-5D7D-AC37-E5F3BF49DE58}" dt="2026-08-30T15:13:37.947" v="155" actId="1076"/>
          <ac:spMkLst>
            <pc:docMk/>
            <pc:sldMk cId="0" sldId="343"/>
            <ac:spMk id="6" creationId="{00000000-0000-0000-0000-000000000000}"/>
          </ac:spMkLst>
        </pc:spChg>
        <pc:grpChg chg="mod">
          <ac:chgData name="Multimedia Amigos 30 Calle" userId="64fa1cdb0b67ee3f" providerId="LiveId" clId="{0DB65EA7-D64C-5D7D-AC37-E5F3BF49DE58}" dt="2026-08-30T15:13:27.711" v="153" actId="1076"/>
          <ac:grpSpMkLst>
            <pc:docMk/>
            <pc:sldMk cId="0" sldId="343"/>
            <ac:grpSpMk id="3" creationId="{00000000-0000-0000-0000-000000000000}"/>
          </ac:grpSpMkLst>
        </pc:grpChg>
      </pc:sldChg>
      <pc:sldChg chg="add ord">
        <pc:chgData name="Multimedia Amigos 30 Calle" userId="64fa1cdb0b67ee3f" providerId="LiveId" clId="{0DB65EA7-D64C-5D7D-AC37-E5F3BF49DE58}" dt="2026-08-30T14:56:20.135" v="115" actId="20578"/>
        <pc:sldMkLst>
          <pc:docMk/>
          <pc:sldMk cId="3662783154" sldId="347"/>
        </pc:sldMkLst>
      </pc:sldChg>
      <pc:sldChg chg="add ord">
        <pc:chgData name="Multimedia Amigos 30 Calle" userId="64fa1cdb0b67ee3f" providerId="LiveId" clId="{0DB65EA7-D64C-5D7D-AC37-E5F3BF49DE58}" dt="2026-08-30T15:14:48.076" v="157" actId="20578"/>
        <pc:sldMkLst>
          <pc:docMk/>
          <pc:sldMk cId="677967968" sldId="348"/>
        </pc:sldMkLst>
      </pc:sldChg>
      <pc:sldChg chg="add ord">
        <pc:chgData name="Multimedia Amigos 30 Calle" userId="64fa1cdb0b67ee3f" providerId="LiveId" clId="{0DB65EA7-D64C-5D7D-AC37-E5F3BF49DE58}" dt="2026-08-30T15:14:56.554" v="159" actId="20578"/>
        <pc:sldMkLst>
          <pc:docMk/>
          <pc:sldMk cId="3818169237" sldId="349"/>
        </pc:sldMkLst>
      </pc:sldChg>
      <pc:sldChg chg="add ord">
        <pc:chgData name="Multimedia Amigos 30 Calle" userId="64fa1cdb0b67ee3f" providerId="LiveId" clId="{0DB65EA7-D64C-5D7D-AC37-E5F3BF49DE58}" dt="2026-08-30T15:15:02.564" v="161" actId="20578"/>
        <pc:sldMkLst>
          <pc:docMk/>
          <pc:sldMk cId="2422472345" sldId="350"/>
        </pc:sldMkLst>
      </pc:sldChg>
      <pc:sldChg chg="add ord">
        <pc:chgData name="Multimedia Amigos 30 Calle" userId="64fa1cdb0b67ee3f" providerId="LiveId" clId="{0DB65EA7-D64C-5D7D-AC37-E5F3BF49DE58}" dt="2026-08-30T15:15:22.297" v="163" actId="20578"/>
        <pc:sldMkLst>
          <pc:docMk/>
          <pc:sldMk cId="1470578691" sldId="351"/>
        </pc:sldMkLst>
      </pc:sldChg>
      <pc:sldChg chg="add ord">
        <pc:chgData name="Multimedia Amigos 30 Calle" userId="64fa1cdb0b67ee3f" providerId="LiveId" clId="{0DB65EA7-D64C-5D7D-AC37-E5F3BF49DE58}" dt="2026-08-30T15:15:27.260" v="165" actId="20578"/>
        <pc:sldMkLst>
          <pc:docMk/>
          <pc:sldMk cId="252114155" sldId="352"/>
        </pc:sldMkLst>
      </pc:sldChg>
    </pc:docChg>
  </pc:docChgLst>
  <pc:docChgLst>
    <pc:chgData name="Carlos Arroyo" userId="c409085aa4eb5e9b" providerId="Windows Live" clId="Web-{0F9C384A-9BC6-B5D2-CEE3-85EE0001DE80}"/>
    <pc:docChg chg="modSld">
      <pc:chgData name="Carlos Arroyo" userId="c409085aa4eb5e9b" providerId="Windows Live" clId="Web-{0F9C384A-9BC6-B5D2-CEE3-85EE0001DE80}" dt="2026-08-30T02:40:57.074" v="23" actId="1076"/>
      <pc:docMkLst>
        <pc:docMk/>
      </pc:docMkLst>
      <pc:sldChg chg="modSp">
        <pc:chgData name="Carlos Arroyo" userId="c409085aa4eb5e9b" providerId="Windows Live" clId="Web-{0F9C384A-9BC6-B5D2-CEE3-85EE0001DE80}" dt="2026-08-30T02:33:29.201" v="19" actId="20577"/>
        <pc:sldMkLst>
          <pc:docMk/>
          <pc:sldMk cId="0" sldId="256"/>
        </pc:sldMkLst>
        <pc:spChg chg="mod">
          <ac:chgData name="Carlos Arroyo" userId="c409085aa4eb5e9b" providerId="Windows Live" clId="Web-{0F9C384A-9BC6-B5D2-CEE3-85EE0001DE80}" dt="2026-08-30T02:33:29.201" v="19" actId="20577"/>
          <ac:spMkLst>
            <pc:docMk/>
            <pc:sldMk cId="0" sldId="256"/>
            <ac:spMk id="2" creationId="{00000000-0000-0000-0000-000000000000}"/>
          </ac:spMkLst>
        </pc:spChg>
      </pc:sldChg>
      <pc:sldChg chg="modSp">
        <pc:chgData name="Carlos Arroyo" userId="c409085aa4eb5e9b" providerId="Windows Live" clId="Web-{0F9C384A-9BC6-B5D2-CEE3-85EE0001DE80}" dt="2026-08-30T02:38:36.148" v="21" actId="1076"/>
        <pc:sldMkLst>
          <pc:docMk/>
          <pc:sldMk cId="0" sldId="259"/>
        </pc:sldMkLst>
        <pc:spChg chg="mod">
          <ac:chgData name="Carlos Arroyo" userId="c409085aa4eb5e9b" providerId="Windows Live" clId="Web-{0F9C384A-9BC6-B5D2-CEE3-85EE0001DE80}" dt="2026-08-30T02:38:36.148" v="21" actId="1076"/>
          <ac:spMkLst>
            <pc:docMk/>
            <pc:sldMk cId="0" sldId="259"/>
            <ac:spMk id="8" creationId="{00000000-0000-0000-0000-000000000000}"/>
          </ac:spMkLst>
        </pc:spChg>
      </pc:sldChg>
      <pc:sldChg chg="modSp">
        <pc:chgData name="Carlos Arroyo" userId="c409085aa4eb5e9b" providerId="Windows Live" clId="Web-{0F9C384A-9BC6-B5D2-CEE3-85EE0001DE80}" dt="2026-08-30T02:38:42.804" v="22" actId="1076"/>
        <pc:sldMkLst>
          <pc:docMk/>
          <pc:sldMk cId="0" sldId="260"/>
        </pc:sldMkLst>
        <pc:spChg chg="mod">
          <ac:chgData name="Carlos Arroyo" userId="c409085aa4eb5e9b" providerId="Windows Live" clId="Web-{0F9C384A-9BC6-B5D2-CEE3-85EE0001DE80}" dt="2026-08-30T02:38:42.804" v="22" actId="1076"/>
          <ac:spMkLst>
            <pc:docMk/>
            <pc:sldMk cId="0" sldId="260"/>
            <ac:spMk id="6" creationId="{00000000-0000-0000-0000-000000000000}"/>
          </ac:spMkLst>
        </pc:spChg>
      </pc:sldChg>
      <pc:sldChg chg="modSp">
        <pc:chgData name="Carlos Arroyo" userId="c409085aa4eb5e9b" providerId="Windows Live" clId="Web-{0F9C384A-9BC6-B5D2-CEE3-85EE0001DE80}" dt="2026-08-30T02:40:57.074" v="23" actId="1076"/>
        <pc:sldMkLst>
          <pc:docMk/>
          <pc:sldMk cId="0" sldId="301"/>
        </pc:sldMkLst>
        <pc:spChg chg="mod">
          <ac:chgData name="Carlos Arroyo" userId="c409085aa4eb5e9b" providerId="Windows Live" clId="Web-{0F9C384A-9BC6-B5D2-CEE3-85EE0001DE80}" dt="2026-08-30T02:40:57.074" v="23" actId="1076"/>
          <ac:spMkLst>
            <pc:docMk/>
            <pc:sldMk cId="0" sldId="301"/>
            <ac:spMk id="6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2645229" y="1451666"/>
            <a:ext cx="18288000" cy="65135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revisar</a:t>
            </a: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“ERES TODO PODERESO” </a:t>
            </a: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</a:endParaRPr>
          </a:p>
          <a:p>
            <a:pPr>
              <a:lnSpc>
                <a:spcPts val="12880"/>
              </a:lnSpc>
            </a:pPr>
            <a:endParaRPr lang="en-US" sz="9200" b="1" dirty="0">
              <a:solidFill>
                <a:srgbClr val="000000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  <a:p>
            <a:pPr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Y </a:t>
            </a: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hace</a:t>
            </a: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</a:t>
            </a: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falta</a:t>
            </a:r>
            <a:endParaRPr lang="es-ES" dirty="0" err="1">
              <a:ea typeface="Calibri"/>
              <a:cs typeface="Calibri"/>
            </a:endParaRPr>
          </a:p>
          <a:p>
            <a:pPr>
              <a:lnSpc>
                <a:spcPts val="12880"/>
              </a:lnSpc>
            </a:pP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“ </a:t>
            </a:r>
            <a:r>
              <a:rPr lang="en-US" sz="9200" b="1" dirty="0" err="1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tu</a:t>
            </a:r>
            <a:r>
              <a:rPr lang="en-US" sz="9200" b="1" dirty="0">
                <a:solidFill>
                  <a:srgbClr val="00000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palabra”</a:t>
            </a:r>
            <a:endParaRPr lang="en-US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-1088706" y="1383642"/>
            <a:ext cx="20465412" cy="7519716"/>
          </a:xfrm>
          <a:custGeom>
            <a:avLst/>
            <a:gdLst/>
            <a:ahLst/>
            <a:cxnLst/>
            <a:rect l="l" t="t" r="r" b="b"/>
            <a:pathLst>
              <a:path w="20465412" h="7519716">
                <a:moveTo>
                  <a:pt x="0" y="0"/>
                </a:moveTo>
                <a:lnTo>
                  <a:pt x="20465412" y="0"/>
                </a:lnTo>
                <a:lnTo>
                  <a:pt x="20465412" y="7519716"/>
                </a:lnTo>
                <a:lnTo>
                  <a:pt x="0" y="75197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5120" b="-55120"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325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67333" y="3478883"/>
            <a:ext cx="11753333" cy="412765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483"/>
              </a:lnSpc>
              <a:spcBef>
                <a:spcPct val="0"/>
              </a:spcBef>
            </a:pPr>
            <a:r>
              <a:rPr lang="en-US" sz="6174" b="1" spc="123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Existimos para formar y enviar discípulos que extiendan el reino de Dios, desde nuestra iglesia local,hasta los confines de la tierra para su gloria.</a:t>
            </a:r>
          </a:p>
        </p:txBody>
      </p:sp>
      <p:sp>
        <p:nvSpPr>
          <p:cNvPr id="7" name="Freeform 7"/>
          <p:cNvSpPr/>
          <p:nvPr/>
        </p:nvSpPr>
        <p:spPr>
          <a:xfrm>
            <a:off x="7303778" y="7699849"/>
            <a:ext cx="3680443" cy="1590835"/>
          </a:xfrm>
          <a:custGeom>
            <a:avLst/>
            <a:gdLst/>
            <a:ahLst/>
            <a:cxnLst/>
            <a:rect l="l" t="t" r="r" b="b"/>
            <a:pathLst>
              <a:path w="3680443" h="1590835">
                <a:moveTo>
                  <a:pt x="0" y="0"/>
                </a:moveTo>
                <a:lnTo>
                  <a:pt x="3680444" y="0"/>
                </a:lnTo>
                <a:lnTo>
                  <a:pt x="3680444" y="1590835"/>
                </a:lnTo>
                <a:lnTo>
                  <a:pt x="0" y="15908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88" t="-47216" r="-2688" b="-41114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8" name="TextBox 8"/>
          <p:cNvSpPr txBox="1"/>
          <p:nvPr/>
        </p:nvSpPr>
        <p:spPr>
          <a:xfrm>
            <a:off x="5708058" y="1564000"/>
            <a:ext cx="6888212" cy="191052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271"/>
              </a:lnSpc>
              <a:spcBef>
                <a:spcPct val="0"/>
              </a:spcBef>
            </a:pPr>
            <a:r>
              <a:rPr lang="en-US" sz="11622" b="1" i="1" spc="-348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propósito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5895188" y="1232174"/>
            <a:ext cx="6497623" cy="7784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608"/>
              </a:lnSpc>
            </a:pPr>
            <a:r>
              <a:rPr lang="en-US" sz="5760" i="1" spc="420">
                <a:solidFill>
                  <a:srgbClr val="F0E7D4"/>
                </a:solidFill>
                <a:latin typeface="ITC Cheltenham Condensed Italics"/>
                <a:ea typeface="ITC Cheltenham Condensed Italics"/>
                <a:cs typeface="ITC Cheltenham Condensed Italics"/>
                <a:sym typeface="ITC Cheltenham Condensed Italics"/>
              </a:rPr>
              <a:t>declaración 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65772" y="5409279"/>
            <a:ext cx="13556457" cy="177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1"/>
              </a:lnSpc>
              <a:spcBef>
                <a:spcPct val="0"/>
              </a:spcBef>
            </a:pPr>
            <a:r>
              <a:rPr lang="en-US" sz="10287" b="1" i="1" spc="-308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precioso es Jesús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4033" y="3847269"/>
            <a:ext cx="13318195" cy="246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Himno 270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63491" y="2564819"/>
            <a:ext cx="1216101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Jesús es precioso, mi buen Salvador,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 siempre le alabo por su gran amor;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623516" y="1908010"/>
            <a:ext cx="11040968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si débil me encuentro su fuerza me da,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08202" y="2564819"/>
            <a:ext cx="9671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2564819"/>
            <a:ext cx="1190886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gloria será su rostro al mirar,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33291" y="1908010"/>
            <a:ext cx="12621418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cuando en pecado muy triste me vi,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llamando a las puertas de mi corazón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93702" y="2564819"/>
            <a:ext cx="13100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dijo: 'Tu alma Yo quiero salvar'.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08202" y="2564819"/>
            <a:ext cx="9671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2564819"/>
            <a:ext cx="1190886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gloria será su rostro al mirar,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932834" y="2564819"/>
            <a:ext cx="12422331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Mas ya por su gracia la luz puedo ver,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quitó mi tristeza, mi llanto enjugó;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74862" y="2564819"/>
            <a:ext cx="13138276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por fe yo contemplo mi eterno hogar,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08202" y="2564819"/>
            <a:ext cx="9671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2564819"/>
            <a:ext cx="1190886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gloria será su rostro al mirar,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08197" y="1908010"/>
            <a:ext cx="12271606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Jesús es precioso, mi fiel Redentor,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gozo en su luz que en mi senda brilló;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96604" y="2564819"/>
            <a:ext cx="11894793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 sé que glorioso por mí viene aquí,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08202" y="2564819"/>
            <a:ext cx="967159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precioso es Jesús, mi Jesús;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89569" y="2564819"/>
            <a:ext cx="1190886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gloria será su rostro al mirar,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es mi precioso Jesús.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65772" y="5324097"/>
            <a:ext cx="13556457" cy="1429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169"/>
              </a:lnSpc>
              <a:spcBef>
                <a:spcPct val="0"/>
              </a:spcBef>
            </a:pPr>
            <a:endParaRPr lang="en-US" sz="8692" b="1" i="1" spc="-260" dirty="0">
              <a:solidFill>
                <a:srgbClr val="FFFFFF"/>
              </a:solidFill>
              <a:latin typeface="Neue Montreal Bold Italics"/>
              <a:ea typeface="Neue Montreal Bold Italics"/>
              <a:cs typeface="Neue Montreal Bold Italics"/>
              <a:sym typeface="Neue Montreal Bold Italics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2286000" y="3308192"/>
            <a:ext cx="13318195" cy="4031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 dirty="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Palabra de Vida Eterna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92474" y="1409700"/>
            <a:ext cx="13103051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Pan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Cristo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 luz 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Jesús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Cordero de Dios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inmolado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cruz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Salvador y Rey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00200" y="1333500"/>
            <a:ext cx="14668500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gran maestro es Cristo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buen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Pastor, es Jesús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hijo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Dios y el gran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sed.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27032" y="2564819"/>
            <a:ext cx="1483393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Solo Cristo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tiene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palabras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eterna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afligido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quebrantado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48000" y="3063478"/>
            <a:ext cx="11908862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ser libre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pecado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A9F7BD-933F-1EDB-B3AB-768D59A08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76F2266-E3A4-B9C2-F85A-F16D79B98A5A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F5E51FE1-083F-DCEC-7815-8FB1858ECA03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9EE13928-55EF-D200-2404-6FC02F1F7DD5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 dirty="0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55F1D37C-0216-95DA-A38E-1606B51DEDF7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568CE4B-90F8-2A14-B45C-DC5AD81F2E45}"/>
              </a:ext>
            </a:extLst>
          </p:cNvPr>
          <p:cNvSpPr txBox="1"/>
          <p:nvPr/>
        </p:nvSpPr>
        <p:spPr>
          <a:xfrm>
            <a:off x="2592474" y="1557209"/>
            <a:ext cx="13103051" cy="800219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Pan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Cristo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 luz 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mundo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es Jesús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Cordero de Dios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inmolado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cruz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Salvador y Rey</a:t>
            </a:r>
          </a:p>
        </p:txBody>
      </p:sp>
    </p:spTree>
    <p:extLst>
      <p:ext uri="{BB962C8B-B14F-4D97-AF65-F5344CB8AC3E}">
        <p14:creationId xmlns:p14="http://schemas.microsoft.com/office/powerpoint/2010/main" val="3662783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27E96F-3597-41CC-6204-C907285C19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F5CDF6E6-141D-A871-4B3C-D7612630093E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06ACACBF-C069-ED34-0938-E65A64C90A4D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A9DD9AA3-7685-300A-FEDF-1FF0E6E80CC7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A3ACC5E-1236-F1B4-56F0-887263A530DA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1F9378E6-D1FB-B228-3C26-BCFE9EBCB0BB}"/>
              </a:ext>
            </a:extLst>
          </p:cNvPr>
          <p:cNvSpPr txBox="1"/>
          <p:nvPr/>
        </p:nvSpPr>
        <p:spPr>
          <a:xfrm>
            <a:off x="1600200" y="1333500"/>
            <a:ext cx="14668500" cy="80021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gran maestro es Cristo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buen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Pastor, es Jesús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hijo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de Dios y el gran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Soy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agua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sacia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mi sed.</a:t>
            </a:r>
          </a:p>
        </p:txBody>
      </p:sp>
    </p:spTree>
    <p:extLst>
      <p:ext uri="{BB962C8B-B14F-4D97-AF65-F5344CB8AC3E}">
        <p14:creationId xmlns:p14="http://schemas.microsoft.com/office/powerpoint/2010/main" val="67796796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D2BED28-EEB8-4FF7-E3E7-98C05F364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600A2A7-E70A-A0E5-C859-131F2FE39987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2FB57483-8419-A223-5269-8B1C6AE32F32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7E9D12F5-34C0-B91B-E9B5-A1C09A5D3504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8E15E0DA-3ACA-2770-92B5-97621F539C66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FA2AAD85-C4A3-9372-4194-A17D45F8562B}"/>
              </a:ext>
            </a:extLst>
          </p:cNvPr>
          <p:cNvSpPr txBox="1"/>
          <p:nvPr/>
        </p:nvSpPr>
        <p:spPr>
          <a:xfrm>
            <a:off x="1727032" y="2564819"/>
            <a:ext cx="1483393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Solo Cristo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tiene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palabras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eterna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afligido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quebrantado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42247234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4EA0A-273D-92FA-4162-C91C67B54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01C295F2-A5D4-7018-8E27-14C4230F1B24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EE0BD9C-E3ED-DE36-A051-459922CA3A23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2256AE66-C5AF-B49A-7655-250AB4820925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DCC09B36-ED46-071D-8C5A-BFCD56DEEAF9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2F35BF26-9ACA-9B44-2B3E-F1D6DE23C60C}"/>
              </a:ext>
            </a:extLst>
          </p:cNvPr>
          <p:cNvSpPr txBox="1"/>
          <p:nvPr/>
        </p:nvSpPr>
        <p:spPr>
          <a:xfrm>
            <a:off x="3189569" y="2705100"/>
            <a:ext cx="11908862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ser libre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pecado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147057869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933C65-A361-6F1D-AED4-E099FAC8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3427FDD-9938-E437-EB2D-DBB8D161E84C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66B0B10D-E300-E810-9156-CDD668C9B518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E347425C-2AA0-5A6B-C780-851AE9016E58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C431A235-CE74-70D8-5AB8-B7FC3B1325FF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4B66FF47-57C1-A5EF-858F-A99FAA739FFE}"/>
              </a:ext>
            </a:extLst>
          </p:cNvPr>
          <p:cNvSpPr txBox="1"/>
          <p:nvPr/>
        </p:nvSpPr>
        <p:spPr>
          <a:xfrm>
            <a:off x="1727032" y="2564819"/>
            <a:ext cx="14833936" cy="53347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Solo Cristo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tiene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palabras de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vida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eterna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afligido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, para 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quebrantado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381816923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3B1971-7F7B-B8A7-4C87-03E34C848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5B53A9A-BB3B-6360-9653-79EB9D46DF99}"/>
              </a:ext>
            </a:extLst>
          </p:cNvPr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>
            <a:extLst>
              <a:ext uri="{FF2B5EF4-FFF2-40B4-BE49-F238E27FC236}">
                <a16:creationId xmlns:a16="http://schemas.microsoft.com/office/drawing/2014/main" id="{7285FEBA-C40D-F586-76E2-9BDEB7CF0B7B}"/>
              </a:ext>
            </a:extLst>
          </p:cNvPr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>
              <a:extLst>
                <a:ext uri="{FF2B5EF4-FFF2-40B4-BE49-F238E27FC236}">
                  <a16:creationId xmlns:a16="http://schemas.microsoft.com/office/drawing/2014/main" id="{05363A40-82DF-084F-EACF-67D0E276CBFA}"/>
                </a:ext>
              </a:extLst>
            </p:cNvPr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>
              <a:extLst>
                <a:ext uri="{FF2B5EF4-FFF2-40B4-BE49-F238E27FC236}">
                  <a16:creationId xmlns:a16="http://schemas.microsoft.com/office/drawing/2014/main" id="{33022A00-B699-E3BC-34DF-DB51D8645134}"/>
                </a:ext>
              </a:extLst>
            </p:cNvPr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>
            <a:extLst>
              <a:ext uri="{FF2B5EF4-FFF2-40B4-BE49-F238E27FC236}">
                <a16:creationId xmlns:a16="http://schemas.microsoft.com/office/drawing/2014/main" id="{BB17407A-A5CC-2C9B-1D0D-9A838FA63D0C}"/>
              </a:ext>
            </a:extLst>
          </p:cNvPr>
          <p:cNvSpPr txBox="1"/>
          <p:nvPr/>
        </p:nvSpPr>
        <p:spPr>
          <a:xfrm>
            <a:off x="3189569" y="2705100"/>
            <a:ext cx="11908862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Para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aquel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que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quiera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ser libre</a:t>
            </a: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Del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pecado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  <p:extLst>
      <p:ext uri="{BB962C8B-B14F-4D97-AF65-F5344CB8AC3E}">
        <p14:creationId xmlns:p14="http://schemas.microsoft.com/office/powerpoint/2010/main" val="25211415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82527" y="4485175"/>
            <a:ext cx="14922945" cy="22434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486"/>
              </a:lnSpc>
            </a:pPr>
            <a:r>
              <a:rPr lang="en-US" sz="16857" b="1" i="1" spc="-101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Eres Todopoderoso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04788" y="3221628"/>
            <a:ext cx="12278424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LA ÚNICA RAZÓN DE MI ADORACIÓN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TÚ MI JESÚS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51102" y="3221628"/>
            <a:ext cx="13185796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ÚNICO MOTIVO, PARA VIVIR 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TÚ MI SEÑOR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812019" y="2564819"/>
            <a:ext cx="12663961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ÚNICA VERDAD, ESTÁ EN TI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MI LUZ Y MI SALVACIÓN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53335" y="2564819"/>
            <a:ext cx="14181331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ÚNICO AMOR ERES TÚ SEÑOR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POR SIEMPRE TE ALABARÉ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565646" y="2564819"/>
            <a:ext cx="11156709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TÚ ERES TODOPODEROSO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GRANDE Y MAJESTUOSO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40959" y="2564819"/>
            <a:ext cx="1220608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FUERTE, INVENCIBLE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NO HAY NADIE COMO TÚ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94629" y="2564819"/>
            <a:ext cx="1209874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TÚ ERES TODOPODEROSO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GRANDE Y MAJESTUOSO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08709" y="2564819"/>
            <a:ext cx="12070583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FUERTE, INVENCIBLE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NO HAY NADIE COMO TÚ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94629" y="2564819"/>
            <a:ext cx="1209874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TÚ ERES TODOPODEROSO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GRANDE Y MAJESTUOSO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08709" y="2564819"/>
            <a:ext cx="12070583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ERES FUERTE, INVENCIBLE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NO HAY NADIE COMO TÚ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-5640" y="5572564"/>
            <a:ext cx="18266622" cy="1779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4401"/>
              </a:lnSpc>
              <a:spcBef>
                <a:spcPct val="0"/>
              </a:spcBef>
            </a:pPr>
            <a:r>
              <a:rPr lang="en-US" sz="10287" b="1" i="1" spc="-308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Bellas palabras de vida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2604033" y="3847269"/>
            <a:ext cx="13318195" cy="24618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4773"/>
              </a:lnSpc>
            </a:pPr>
            <a:r>
              <a:rPr lang="en-US" sz="18466" b="1" i="1" spc="-1107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Himno 255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0925" y="2564819"/>
            <a:ext cx="16666150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¡Oh! cantádmelas otra vez,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hallo en ellas mi gozo y luz,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639914" y="1908010"/>
            <a:ext cx="15008172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Sí, de luz y vida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son sostén y guía,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::¡qué bellas son, qué bellos son!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vida::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810925" y="2564819"/>
            <a:ext cx="16666150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Jesucristo a todos da,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hoy escúchalas, pecador,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vida.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92090" y="1908010"/>
            <a:ext cx="14103820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Bondadoso te salva,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y al cielo te llama,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::¡qué bellas son, qué bellas son!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vida::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92090" y="1908010"/>
            <a:ext cx="14103820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Grato canto de salvación,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tus pecados perdonará,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092090" y="1908010"/>
            <a:ext cx="14103820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Sí, de luz y vida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son sostén y guía;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::¡qué bellas son qué bellas son!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bellas palabras de vida::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365274" y="2840062"/>
            <a:ext cx="9557453" cy="19977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254"/>
              </a:lnSpc>
              <a:spcBef>
                <a:spcPct val="0"/>
              </a:spcBef>
            </a:pPr>
            <a:r>
              <a:rPr lang="en-US" sz="11610" b="1" i="1" spc="-348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Abre los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240935" y="4921008"/>
            <a:ext cx="9806129" cy="3231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9326"/>
              </a:lnSpc>
            </a:pPr>
            <a:r>
              <a:rPr lang="en-US" sz="24157" b="1" i="1" spc="-1449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Cielos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48997" y="2564819"/>
            <a:ext cx="13800155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640711" y="2564819"/>
            <a:ext cx="1300657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63491" y="2564819"/>
            <a:ext cx="1216101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96396" y="1908010"/>
            <a:ext cx="11495209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Los árboles del campo se han secado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El vino y el aceite se acabó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55258" y="1908010"/>
            <a:ext cx="13777483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Tu viña esta desierta y sin vallado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nuestro asolamiento hay un clamor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45962" y="2564819"/>
            <a:ext cx="13796076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255258" y="2564819"/>
            <a:ext cx="13777483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51764" y="2564819"/>
            <a:ext cx="11384471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207989" y="2564819"/>
            <a:ext cx="1187202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377555" y="2564819"/>
            <a:ext cx="11532890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Vuélvenos, a ti nos volveremos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Ven a darnos vida una vez más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56709" y="2564819"/>
            <a:ext cx="1317458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Vuélvenos de nuestro cautiverio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Haz tu remanente regresar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556709" y="2564819"/>
            <a:ext cx="13174582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84476" y="2564819"/>
            <a:ext cx="1213809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461061" y="2564819"/>
            <a:ext cx="11365879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sobre nosotros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525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163858" y="2564819"/>
            <a:ext cx="13960284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Somos tu pueblo, somos tu viña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Abre los cielos Señor, haz llover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01632" y="2035215"/>
            <a:ext cx="15284736" cy="6613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Haz llover, haz llover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Sobre tus renuevos haz llover Señor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Haz llover, haz llover, haz llover Señor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25750" y="3221628"/>
            <a:ext cx="12036500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// Manda la lluvia, manda la lluvia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Manda la lluvia,  //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9037" b="-9037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122894" y="4090214"/>
            <a:ext cx="12042212" cy="28596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7123"/>
              </a:lnSpc>
            </a:pPr>
            <a:r>
              <a:rPr lang="en-US" sz="21404" b="1" i="1" spc="-1284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Hosanna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06537" y="2564819"/>
            <a:ext cx="14674926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Veo al Rey de gloria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Viene con fuego y poder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Todos verán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Todos verán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512933" y="2564819"/>
            <a:ext cx="15262134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Veo Su amor y gracia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Mi pecado perdonó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Le alabaré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Le alabaré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351342" y="3221628"/>
            <a:ext cx="13585315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2423248" y="2564819"/>
            <a:ext cx="13441503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Veo cómo se levanta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Una gran generación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 compasión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 compasión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740466" y="2564819"/>
            <a:ext cx="16807068" cy="5300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Veo avivamiento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 buscarte y al orar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postraré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Me postraré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32497" y="3221628"/>
            <a:ext cx="14623007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Sáname y límpiame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 mis ojos, Tus obras quiero ver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3062303" y="3878437"/>
            <a:ext cx="12163395" cy="267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Quiero amarte como Tú me amas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Muéstrame Tu corazón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Todo lo que soy por Tu reino, Dios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878437"/>
            <a:ext cx="14811413" cy="26730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Contigo quiero estar por la eternidad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738293" y="3221628"/>
            <a:ext cx="14811413" cy="39866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</a:t>
            </a:r>
          </a:p>
          <a:p>
            <a:pPr algn="ctr">
              <a:lnSpc>
                <a:spcPts val="10397"/>
              </a:lnSpc>
              <a:spcBef>
                <a:spcPct val="0"/>
              </a:spcBef>
            </a:pPr>
            <a:r>
              <a:rPr lang="en-US" sz="9902" b="1" spc="198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en las alturas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1000"/>
            </a:blip>
            <a:stretch>
              <a:fillRect t="-16666" b="-16666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828800" y="3390900"/>
            <a:ext cx="14811413" cy="4001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alturas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alturas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ctr">
              <a:lnSpc>
                <a:spcPts val="10397"/>
              </a:lnSpc>
            </a:pP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Hosanna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</a:t>
            </a:r>
            <a:r>
              <a:rPr lang="en-US" sz="9902" b="1" spc="198" dirty="0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 las </a:t>
            </a:r>
            <a:r>
              <a:rPr lang="en-US" sz="9902" b="1" spc="198" dirty="0" err="1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alturas</a:t>
            </a:r>
            <a:endParaRPr lang="en-US" sz="9902" b="1" spc="198" dirty="0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8000"/>
            </a:blip>
            <a:stretch>
              <a:fillRect t="-9222" b="-9222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Freeform 3"/>
          <p:cNvSpPr/>
          <p:nvPr/>
        </p:nvSpPr>
        <p:spPr>
          <a:xfrm>
            <a:off x="7525695" y="6938993"/>
            <a:ext cx="3236610" cy="2500282"/>
          </a:xfrm>
          <a:custGeom>
            <a:avLst/>
            <a:gdLst/>
            <a:ahLst/>
            <a:cxnLst/>
            <a:rect l="l" t="t" r="r" b="b"/>
            <a:pathLst>
              <a:path w="3236610" h="2500282">
                <a:moveTo>
                  <a:pt x="0" y="0"/>
                </a:moveTo>
                <a:lnTo>
                  <a:pt x="3236610" y="0"/>
                </a:lnTo>
                <a:lnTo>
                  <a:pt x="3236610" y="2500281"/>
                </a:lnTo>
                <a:lnTo>
                  <a:pt x="0" y="250028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4" name="TextBox 4"/>
          <p:cNvSpPr txBox="1"/>
          <p:nvPr/>
        </p:nvSpPr>
        <p:spPr>
          <a:xfrm>
            <a:off x="525326" y="3273523"/>
            <a:ext cx="17237347" cy="26467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577"/>
              </a:lnSpc>
              <a:spcBef>
                <a:spcPct val="0"/>
              </a:spcBef>
            </a:pPr>
            <a:r>
              <a:rPr lang="en-US" sz="15412" b="1" i="1" spc="-462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tema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179154" y="2847495"/>
            <a:ext cx="13929692" cy="13456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014"/>
              </a:lnSpc>
            </a:pPr>
            <a:r>
              <a:rPr lang="en-US" sz="10017" b="1" i="1" spc="-601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tema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618993" y="6472704"/>
            <a:ext cx="7050014" cy="8373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873"/>
              </a:lnSpc>
              <a:spcBef>
                <a:spcPct val="0"/>
              </a:spcBef>
            </a:pPr>
            <a:r>
              <a:rPr lang="en-US" sz="4909" b="1" i="1" spc="-147">
                <a:solidFill>
                  <a:srgbClr val="FFE4AB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Daniel 10: 1-13</a:t>
            </a:r>
          </a:p>
        </p:txBody>
      </p:sp>
      <p:sp>
        <p:nvSpPr>
          <p:cNvPr id="7" name="AutoShape 7"/>
          <p:cNvSpPr/>
          <p:nvPr/>
        </p:nvSpPr>
        <p:spPr>
          <a:xfrm>
            <a:off x="5897880" y="6168491"/>
            <a:ext cx="6492240" cy="0"/>
          </a:xfrm>
          <a:prstGeom prst="line">
            <a:avLst/>
          </a:prstGeom>
          <a:ln w="38100" cap="flat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s-GT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grpSp>
        <p:nvGrpSpPr>
          <p:cNvPr id="3" name="Group 3"/>
          <p:cNvGrpSpPr/>
          <p:nvPr/>
        </p:nvGrpSpPr>
        <p:grpSpPr>
          <a:xfrm>
            <a:off x="810925" y="727600"/>
            <a:ext cx="16666150" cy="8831800"/>
            <a:chOff x="0" y="0"/>
            <a:chExt cx="2996168" cy="1587743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996168" cy="1587743"/>
            </a:xfrm>
            <a:custGeom>
              <a:avLst/>
              <a:gdLst/>
              <a:ahLst/>
              <a:cxnLst/>
              <a:rect l="l" t="t" r="r" b="b"/>
              <a:pathLst>
                <a:path w="2996168" h="1587743">
                  <a:moveTo>
                    <a:pt x="18581" y="0"/>
                  </a:moveTo>
                  <a:lnTo>
                    <a:pt x="2977587" y="0"/>
                  </a:lnTo>
                  <a:cubicBezTo>
                    <a:pt x="2982515" y="0"/>
                    <a:pt x="2987241" y="1958"/>
                    <a:pt x="2990726" y="5442"/>
                  </a:cubicBezTo>
                  <a:cubicBezTo>
                    <a:pt x="2994211" y="8927"/>
                    <a:pt x="2996168" y="13653"/>
                    <a:pt x="2996168" y="18581"/>
                  </a:cubicBezTo>
                  <a:lnTo>
                    <a:pt x="2996168" y="1569162"/>
                  </a:lnTo>
                  <a:cubicBezTo>
                    <a:pt x="2996168" y="1579424"/>
                    <a:pt x="2987849" y="1587743"/>
                    <a:pt x="2977587" y="1587743"/>
                  </a:cubicBezTo>
                  <a:lnTo>
                    <a:pt x="18581" y="1587743"/>
                  </a:lnTo>
                  <a:cubicBezTo>
                    <a:pt x="8319" y="1587743"/>
                    <a:pt x="0" y="1579424"/>
                    <a:pt x="0" y="1569162"/>
                  </a:cubicBezTo>
                  <a:lnTo>
                    <a:pt x="0" y="18581"/>
                  </a:lnTo>
                  <a:cubicBezTo>
                    <a:pt x="0" y="8319"/>
                    <a:pt x="8319" y="0"/>
                    <a:pt x="18581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91722">
                    <a:alpha val="54900"/>
                  </a:srgbClr>
                </a:gs>
                <a:gs pos="100000">
                  <a:srgbClr val="333C76">
                    <a:alpha val="26550"/>
                  </a:srgbClr>
                </a:gs>
              </a:gsLst>
              <a:path path="circle">
                <a:fillToRect r="100000" b="100000"/>
              </a:path>
              <a:tileRect l="-100000" t="-100000"/>
            </a:gradFill>
            <a:ln w="47625" cap="rnd">
              <a:gradFill>
                <a:gsLst>
                  <a:gs pos="0">
                    <a:srgbClr val="A6762B">
                      <a:alpha val="90000"/>
                    </a:srgbClr>
                  </a:gs>
                  <a:gs pos="33333">
                    <a:srgbClr val="E4DABC">
                      <a:alpha val="0"/>
                    </a:srgbClr>
                  </a:gs>
                  <a:gs pos="66667">
                    <a:srgbClr val="F8F8F8">
                      <a:alpha val="0"/>
                    </a:srgbClr>
                  </a:gs>
                  <a:gs pos="100000">
                    <a:srgbClr val="C8BE9A">
                      <a:alpha val="90000"/>
                    </a:srgbClr>
                  </a:gs>
                </a:gsLst>
                <a:path path="circle">
                  <a:fillToRect r="100000" b="100000"/>
                </a:path>
                <a:tileRect l="-100000" t="-100000"/>
              </a:gradFill>
              <a:prstDash val="solid"/>
              <a:round/>
            </a:ln>
          </p:spPr>
          <p:txBody>
            <a:bodyPr/>
            <a:lstStyle/>
            <a:p>
              <a:endParaRPr lang="es-GT"/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2996168" cy="1616318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00"/>
                </a:lnSpc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20346" y="2233178"/>
            <a:ext cx="17047308" cy="39787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02"/>
              </a:lnSpc>
              <a:spcBef>
                <a:spcPct val="0"/>
              </a:spcBef>
            </a:pPr>
            <a:r>
              <a:rPr lang="en-US" sz="23144" b="1" i="1" spc="-694">
                <a:solidFill>
                  <a:srgbClr val="FFFFFF"/>
                </a:solidFill>
                <a:latin typeface="Neue Montreal Bold Italics"/>
                <a:ea typeface="Neue Montreal Bold Italics"/>
                <a:cs typeface="Neue Montreal Bold Italics"/>
                <a:sym typeface="Neue Montreal Bold Italics"/>
              </a:rPr>
              <a:t>texto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436260" y="5963439"/>
            <a:ext cx="11415480" cy="2210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3201"/>
              </a:lnSpc>
            </a:pPr>
            <a:r>
              <a:rPr lang="en-US" sz="16501" b="1" i="1" spc="-990">
                <a:solidFill>
                  <a:srgbClr val="FFF9EB"/>
                </a:solidFill>
                <a:latin typeface="ITC Cheltenham Condensed Bold Italics"/>
                <a:ea typeface="ITC Cheltenham Condensed Bold Italics"/>
                <a:cs typeface="ITC Cheltenham Condensed Bold Italics"/>
                <a:sym typeface="ITC Cheltenham Condensed Bold Italics"/>
              </a:rPr>
              <a:t>texto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34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1999"/>
            </a:blip>
            <a:stretch>
              <a:fillRect t="-9313" b="-9313"/>
            </a:stretch>
          </a:blipFill>
        </p:spPr>
        <p:txBody>
          <a:bodyPr/>
          <a:lstStyle/>
          <a:p>
            <a:endParaRPr lang="es-GT"/>
          </a:p>
        </p:txBody>
      </p:sp>
      <p:sp>
        <p:nvSpPr>
          <p:cNvPr id="3" name="TextBox 3"/>
          <p:cNvSpPr txBox="1"/>
          <p:nvPr/>
        </p:nvSpPr>
        <p:spPr>
          <a:xfrm>
            <a:off x="1379723" y="616840"/>
            <a:ext cx="15528554" cy="91390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2"/>
              </a:lnSpc>
            </a:pPr>
            <a:r>
              <a:rPr lang="en-US" sz="6259" b="1" spc="12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1</a:t>
            </a:r>
          </a:p>
          <a:p>
            <a:pPr algn="l">
              <a:lnSpc>
                <a:spcPts val="6572"/>
              </a:lnSpc>
            </a:pPr>
            <a:r>
              <a:rPr lang="en-US" sz="6259" b="1" spc="12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el año tercero de Ciro rey de Persia fue revelada palabra a Daniel, llamado Beltsasar; y la palabra era verdadera, y el conflicto grande; pero él comprendió la palabra, y tuvo inteligencia en la visión.</a:t>
            </a:r>
          </a:p>
          <a:p>
            <a:pPr algn="l">
              <a:lnSpc>
                <a:spcPts val="6572"/>
              </a:lnSpc>
            </a:pPr>
            <a:endParaRPr lang="en-US" sz="6259" b="1" spc="125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  <a:p>
            <a:pPr algn="l">
              <a:lnSpc>
                <a:spcPts val="6572"/>
              </a:lnSpc>
            </a:pPr>
            <a:r>
              <a:rPr lang="en-US" sz="6259" b="1" spc="12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</a:t>
            </a:r>
          </a:p>
          <a:p>
            <a:pPr algn="l">
              <a:lnSpc>
                <a:spcPts val="6572"/>
              </a:lnSpc>
              <a:spcBef>
                <a:spcPct val="0"/>
              </a:spcBef>
            </a:pPr>
            <a:r>
              <a:rPr lang="en-US" sz="6259" b="1" spc="125">
                <a:solidFill>
                  <a:srgbClr val="FFFFFF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En aquellos días yo Daniel estuve afligido por espacio de tres semanas.</a:t>
            </a:r>
          </a:p>
          <a:p>
            <a:pPr algn="l">
              <a:lnSpc>
                <a:spcPts val="6572"/>
              </a:lnSpc>
              <a:spcBef>
                <a:spcPct val="0"/>
              </a:spcBef>
            </a:pPr>
            <a:endParaRPr lang="en-US" sz="6259" b="1" spc="125">
              <a:solidFill>
                <a:srgbClr val="FFFFFF"/>
              </a:solidFill>
              <a:latin typeface="Neue Montreal Bold"/>
              <a:ea typeface="Neue Montreal Bold"/>
              <a:cs typeface="Neue Montreal Bold"/>
              <a:sym typeface="Neue Montreal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1147</Words>
  <Application>Microsoft Macintosh PowerPoint</Application>
  <PresentationFormat>Personalizado</PresentationFormat>
  <Paragraphs>213</Paragraphs>
  <Slides>89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89</vt:i4>
      </vt:variant>
    </vt:vector>
  </HeadingPairs>
  <TitlesOfParts>
    <vt:vector size="97" baseType="lpstr">
      <vt:lpstr>Neue Montreal Bold Italics</vt:lpstr>
      <vt:lpstr>Arial</vt:lpstr>
      <vt:lpstr>Neue Montreal Bold</vt:lpstr>
      <vt:lpstr>Open Sans Bold</vt:lpstr>
      <vt:lpstr>ITC Cheltenham Condensed Bold Italics</vt:lpstr>
      <vt:lpstr>ITC Cheltenham Condensed Italics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AGOSTO 30</dc:title>
  <cp:lastModifiedBy>Derick Perez</cp:lastModifiedBy>
  <cp:revision>9</cp:revision>
  <dcterms:created xsi:type="dcterms:W3CDTF">2006-08-16T00:00:00Z</dcterms:created>
  <dcterms:modified xsi:type="dcterms:W3CDTF">2026-08-30T15:20:21Z</dcterms:modified>
  <dc:identifier>DAHNy7rfSCI</dc:identifier>
</cp:coreProperties>
</file>