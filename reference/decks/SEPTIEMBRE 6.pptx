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353" r:id="rId12"/>
    <p:sldId id="354" r:id="rId13"/>
    <p:sldId id="267" r:id="rId14"/>
    <p:sldId id="268" r:id="rId15"/>
    <p:sldId id="355" r:id="rId16"/>
    <p:sldId id="356" r:id="rId17"/>
    <p:sldId id="269" r:id="rId18"/>
    <p:sldId id="270" r:id="rId19"/>
    <p:sldId id="357" r:id="rId20"/>
    <p:sldId id="358" r:id="rId21"/>
    <p:sldId id="277" r:id="rId22"/>
    <p:sldId id="278" r:id="rId23"/>
    <p:sldId id="279" r:id="rId24"/>
    <p:sldId id="359" r:id="rId25"/>
    <p:sldId id="360" r:id="rId26"/>
    <p:sldId id="280" r:id="rId27"/>
    <p:sldId id="361" r:id="rId28"/>
    <p:sldId id="362" r:id="rId29"/>
    <p:sldId id="363" r:id="rId30"/>
    <p:sldId id="281" r:id="rId31"/>
    <p:sldId id="364" r:id="rId32"/>
    <p:sldId id="301" r:id="rId33"/>
    <p:sldId id="302" r:id="rId34"/>
    <p:sldId id="303" r:id="rId35"/>
    <p:sldId id="304" r:id="rId36"/>
    <p:sldId id="305" r:id="rId37"/>
    <p:sldId id="306" r:id="rId38"/>
    <p:sldId id="366" r:id="rId39"/>
    <p:sldId id="307" r:id="rId40"/>
    <p:sldId id="365" r:id="rId41"/>
    <p:sldId id="367" r:id="rId42"/>
    <p:sldId id="308" r:id="rId43"/>
    <p:sldId id="309" r:id="rId44"/>
    <p:sldId id="310" r:id="rId45"/>
    <p:sldId id="312" r:id="rId46"/>
    <p:sldId id="369" r:id="rId47"/>
    <p:sldId id="368" r:id="rId48"/>
    <p:sldId id="313" r:id="rId49"/>
    <p:sldId id="370" r:id="rId50"/>
    <p:sldId id="371" r:id="rId51"/>
    <p:sldId id="372" r:id="rId52"/>
    <p:sldId id="373" r:id="rId53"/>
    <p:sldId id="374" r:id="rId54"/>
    <p:sldId id="375" r:id="rId55"/>
    <p:sldId id="379" r:id="rId56"/>
    <p:sldId id="328" r:id="rId57"/>
    <p:sldId id="329" r:id="rId58"/>
    <p:sldId id="330" r:id="rId59"/>
    <p:sldId id="331" r:id="rId60"/>
    <p:sldId id="332" r:id="rId61"/>
    <p:sldId id="344" r:id="rId62"/>
    <p:sldId id="345" r:id="rId63"/>
    <p:sldId id="346" r:id="rId64"/>
    <p:sldId id="376" r:id="rId65"/>
    <p:sldId id="377" r:id="rId66"/>
    <p:sldId id="378" r:id="rId67"/>
  </p:sldIdLst>
  <p:sldSz cx="18288000" cy="10287000"/>
  <p:notesSz cx="6858000" cy="9144000"/>
  <p:embeddedFontLst>
    <p:embeddedFont>
      <p:font typeface="ITC Cheltenham Condensed Bold Italics" panose="02040703050705090404" pitchFamily="18" charset="77"/>
      <p:regular r:id="rId68"/>
      <p:bold r:id="rId69"/>
      <p:italic r:id="rId70"/>
      <p:boldItalic r:id="rId71"/>
    </p:embeddedFont>
    <p:embeddedFont>
      <p:font typeface="ITC Cheltenham Condensed Italics" panose="02040606050505090404" pitchFamily="18" charset="77"/>
      <p:regular r:id="rId72"/>
      <p:italic r:id="rId73"/>
    </p:embeddedFont>
    <p:embeddedFont>
      <p:font typeface="Neue Montreal Bold" pitchFamily="2" charset="0"/>
      <p:regular r:id="rId74"/>
      <p:bold r:id="rId75"/>
    </p:embeddedFont>
    <p:embeddedFont>
      <p:font typeface="Neue Montreal Bold Italics" pitchFamily="2" charset="0"/>
      <p:regular r:id="rId76"/>
      <p:bold r:id="rId77"/>
      <p:italic r:id="rId78"/>
      <p:boldItalic r:id="rId7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D5C234-C668-2E4F-85E9-59FAB1635F16}" v="8" dt="2026-09-06T04:00:28.8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 autoAdjust="0"/>
    <p:restoredTop sz="94635" autoAdjust="0"/>
  </p:normalViewPr>
  <p:slideViewPr>
    <p:cSldViewPr>
      <p:cViewPr varScale="1">
        <p:scale>
          <a:sx n="76" d="100"/>
          <a:sy n="76" d="100"/>
        </p:scale>
        <p:origin x="544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1.fntdata"/><Relationship Id="rId84" Type="http://schemas.microsoft.com/office/2015/10/relationships/revisionInfo" Target="revisionInfo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7.fntdata"/><Relationship Id="rId79" Type="http://schemas.openxmlformats.org/officeDocument/2006/relationships/font" Target="fonts/font12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2.fntdata"/><Relationship Id="rId77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5.fntdata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3.fntdata"/><Relationship Id="rId75" Type="http://schemas.openxmlformats.org/officeDocument/2006/relationships/font" Target="fonts/font8.fntdata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6.fntdata"/><Relationship Id="rId78" Type="http://schemas.openxmlformats.org/officeDocument/2006/relationships/font" Target="fonts/font11.fntdata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9.fntdata"/><Relationship Id="rId7" Type="http://schemas.openxmlformats.org/officeDocument/2006/relationships/slide" Target="slides/slide6.xml"/><Relationship Id="rId71" Type="http://schemas.openxmlformats.org/officeDocument/2006/relationships/font" Target="fonts/font4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Freeform 3"/>
          <p:cNvSpPr/>
          <p:nvPr/>
        </p:nvSpPr>
        <p:spPr>
          <a:xfrm>
            <a:off x="-1088706" y="1383642"/>
            <a:ext cx="20465412" cy="7519716"/>
          </a:xfrm>
          <a:custGeom>
            <a:avLst/>
            <a:gdLst/>
            <a:ahLst/>
            <a:cxnLst/>
            <a:rect l="l" t="t" r="r" b="b"/>
            <a:pathLst>
              <a:path w="20465412" h="7519716">
                <a:moveTo>
                  <a:pt x="0" y="0"/>
                </a:moveTo>
                <a:lnTo>
                  <a:pt x="20465412" y="0"/>
                </a:lnTo>
                <a:lnTo>
                  <a:pt x="20465412" y="7519716"/>
                </a:lnTo>
                <a:lnTo>
                  <a:pt x="0" y="75197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5120" b="-55120"/>
            </a:stretch>
          </a:blipFill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267333" y="3478883"/>
            <a:ext cx="11753333" cy="4127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3"/>
              </a:lnSpc>
              <a:spcBef>
                <a:spcPct val="0"/>
              </a:spcBef>
            </a:pPr>
            <a:r>
              <a:rPr lang="en-US" sz="6174" b="1" spc="123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Existimos para formar y enviar discípulos que extiendan el reino de Dios, desde nuestra iglesia local,hasta los confines de la tierra para su gloria.</a:t>
            </a:r>
          </a:p>
        </p:txBody>
      </p:sp>
      <p:sp>
        <p:nvSpPr>
          <p:cNvPr id="7" name="Freeform 7"/>
          <p:cNvSpPr/>
          <p:nvPr/>
        </p:nvSpPr>
        <p:spPr>
          <a:xfrm>
            <a:off x="7303778" y="7699849"/>
            <a:ext cx="3680443" cy="1590835"/>
          </a:xfrm>
          <a:custGeom>
            <a:avLst/>
            <a:gdLst/>
            <a:ahLst/>
            <a:cxnLst/>
            <a:rect l="l" t="t" r="r" b="b"/>
            <a:pathLst>
              <a:path w="3680443" h="1590835">
                <a:moveTo>
                  <a:pt x="0" y="0"/>
                </a:moveTo>
                <a:lnTo>
                  <a:pt x="3680444" y="0"/>
                </a:lnTo>
                <a:lnTo>
                  <a:pt x="3680444" y="1590835"/>
                </a:lnTo>
                <a:lnTo>
                  <a:pt x="0" y="15908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88" t="-47216" r="-2688" b="-41114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8" name="TextBox 8"/>
          <p:cNvSpPr txBox="1"/>
          <p:nvPr/>
        </p:nvSpPr>
        <p:spPr>
          <a:xfrm>
            <a:off x="5708058" y="1564000"/>
            <a:ext cx="6888212" cy="1910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271"/>
              </a:lnSpc>
              <a:spcBef>
                <a:spcPct val="0"/>
              </a:spcBef>
            </a:pPr>
            <a:r>
              <a:rPr lang="en-US" sz="11622" b="1" i="1" spc="-348">
                <a:solidFill>
                  <a:srgbClr val="FFFFFF"/>
                </a:solidFill>
                <a:latin typeface="Neue Montreal Bold Italics"/>
                <a:ea typeface="Neue Montreal Bold Italics"/>
                <a:cs typeface="Neue Montreal Bold Italics"/>
                <a:sym typeface="Neue Montreal Bold Italics"/>
              </a:rPr>
              <a:t>propósito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895188" y="1232174"/>
            <a:ext cx="6497623" cy="778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08"/>
              </a:lnSpc>
            </a:pPr>
            <a:r>
              <a:rPr lang="en-US" sz="5760" i="1" spc="420">
                <a:solidFill>
                  <a:srgbClr val="F0E7D4"/>
                </a:solidFill>
                <a:latin typeface="ITC Cheltenham Condensed Italics"/>
                <a:ea typeface="ITC Cheltenham Condensed Italics"/>
                <a:cs typeface="ITC Cheltenham Condensed Italics"/>
                <a:sym typeface="ITC Cheltenham Condensed Italics"/>
              </a:rPr>
              <a:t>declaración 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037" b="-9037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365771" y="4571656"/>
            <a:ext cx="13556457" cy="3166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10287" b="1" i="1" spc="-308" dirty="0" err="1">
                <a:solidFill>
                  <a:srgbClr val="FFFFFF"/>
                </a:solidFill>
                <a:latin typeface="Neue Montreal Bold Italics"/>
                <a:ea typeface="Neue Montreal Bold Italics"/>
                <a:cs typeface="Neue Montreal Bold Italics"/>
                <a:sym typeface="Neue Montreal Bold Italics"/>
              </a:rPr>
              <a:t>Quiero</a:t>
            </a:r>
            <a:r>
              <a:rPr lang="en-US" sz="10287" b="1" i="1" spc="-308" dirty="0">
                <a:solidFill>
                  <a:srgbClr val="FFFFFF"/>
                </a:solidFill>
                <a:latin typeface="Neue Montreal Bold Italics"/>
                <a:ea typeface="Neue Montreal Bold Italics"/>
                <a:cs typeface="Neue Montreal Bold Italics"/>
                <a:sym typeface="Neue Montreal Bold Italics"/>
              </a:rPr>
              <a:t> </a:t>
            </a:r>
            <a:r>
              <a:rPr lang="en-US" sz="10287" b="1" i="1" spc="-308" dirty="0" err="1">
                <a:solidFill>
                  <a:srgbClr val="FFFFFF"/>
                </a:solidFill>
                <a:latin typeface="Neue Montreal Bold Italics"/>
                <a:ea typeface="Neue Montreal Bold Italics"/>
                <a:cs typeface="Neue Montreal Bold Italics"/>
                <a:sym typeface="Neue Montreal Bold Italics"/>
              </a:rPr>
              <a:t>seguir</a:t>
            </a:r>
            <a:r>
              <a:rPr lang="en-US" sz="10287" b="1" i="1" spc="-308" dirty="0">
                <a:solidFill>
                  <a:srgbClr val="FFFFFF"/>
                </a:solidFill>
                <a:latin typeface="Neue Montreal Bold Italics"/>
                <a:ea typeface="Neue Montreal Bold Italics"/>
                <a:cs typeface="Neue Montreal Bold Italics"/>
                <a:sym typeface="Neue Montreal Bold Italics"/>
              </a:rPr>
              <a:t> </a:t>
            </a:r>
            <a:r>
              <a:rPr lang="en-US" sz="10287" b="1" i="1" spc="-308" dirty="0" err="1">
                <a:solidFill>
                  <a:srgbClr val="FFFFFF"/>
                </a:solidFill>
                <a:latin typeface="Neue Montreal Bold Italics"/>
                <a:ea typeface="Neue Montreal Bold Italics"/>
                <a:cs typeface="Neue Montreal Bold Italics"/>
                <a:sym typeface="Neue Montreal Bold Italics"/>
              </a:rPr>
              <a:t>en</a:t>
            </a:r>
            <a:r>
              <a:rPr lang="en-US" sz="10287" b="1" i="1" spc="-308" dirty="0">
                <a:solidFill>
                  <a:srgbClr val="FFFFFF"/>
                </a:solidFill>
                <a:latin typeface="Neue Montreal Bold Italics"/>
                <a:ea typeface="Neue Montreal Bold Italics"/>
                <a:cs typeface="Neue Montreal Bold Italics"/>
                <a:sym typeface="Neue Montreal Bold Italics"/>
              </a:rPr>
              <a:t> </a:t>
            </a:r>
            <a:r>
              <a:rPr lang="en-US" sz="10287" b="1" i="1" spc="-308" dirty="0" err="1">
                <a:solidFill>
                  <a:srgbClr val="FFFFFF"/>
                </a:solidFill>
                <a:latin typeface="Neue Montreal Bold Italics"/>
                <a:ea typeface="Neue Montreal Bold Italics"/>
                <a:cs typeface="Neue Montreal Bold Italics"/>
                <a:sym typeface="Neue Montreal Bold Italics"/>
              </a:rPr>
              <a:t>los</a:t>
            </a:r>
            <a:r>
              <a:rPr lang="en-US" sz="10287" b="1" i="1" spc="-308" dirty="0">
                <a:solidFill>
                  <a:srgbClr val="FFFFFF"/>
                </a:solidFill>
                <a:latin typeface="Neue Montreal Bold Italics"/>
                <a:ea typeface="Neue Montreal Bold Italics"/>
                <a:cs typeface="Neue Montreal Bold Italics"/>
                <a:sym typeface="Neue Montreal Bold Italics"/>
              </a:rPr>
              <a:t> pasos del maestro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84902" y="3009646"/>
            <a:ext cx="13318195" cy="2133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773"/>
              </a:lnSpc>
            </a:pPr>
            <a:r>
              <a:rPr lang="en-US" sz="18466" b="1" i="1" spc="-1107" dirty="0" err="1">
                <a:solidFill>
                  <a:srgbClr val="FFF9EB"/>
                </a:solidFill>
                <a:latin typeface="ITC Cheltenham Condensed Bold Italics"/>
                <a:ea typeface="ITC Cheltenham Condensed Bold Italics"/>
                <a:cs typeface="ITC Cheltenham Condensed Bold Italics"/>
                <a:sym typeface="ITC Cheltenham Condensed Bold Italics"/>
              </a:rPr>
              <a:t>Himno</a:t>
            </a:r>
            <a:r>
              <a:rPr lang="en-US" sz="18466" b="1" i="1" spc="-1107" dirty="0">
                <a:solidFill>
                  <a:srgbClr val="FFF9EB"/>
                </a:solidFill>
                <a:latin typeface="ITC Cheltenham Condensed Bold Italics"/>
                <a:ea typeface="ITC Cheltenham Condensed Bold Italics"/>
                <a:cs typeface="ITC Cheltenham Condensed Bold Italics"/>
                <a:sym typeface="ITC Cheltenham Condensed Bold Italics"/>
              </a:rPr>
              <a:t> 64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063491" y="2564819"/>
            <a:ext cx="12161018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Quiero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seguir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los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pasos del Maestro;</a:t>
            </a:r>
          </a:p>
          <a:p>
            <a:pPr algn="ctr">
              <a:lnSpc>
                <a:spcPts val="10397"/>
              </a:lnSpc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quiero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ir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pos de mi Rey y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Señor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623516" y="2476103"/>
            <a:ext cx="11040968" cy="533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y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modelando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por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El mi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carácter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canto con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gozo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a mi Redentor.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14500" y="2476103"/>
            <a:ext cx="14859000" cy="53347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¡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Qué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hermoso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es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seguir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los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pasos del Maestro</a:t>
            </a:r>
          </a:p>
          <a:p>
            <a:pPr algn="ctr">
              <a:lnSpc>
                <a:spcPts val="10397"/>
              </a:lnSpc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siempre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la luz,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cerca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de Jesús!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823384" y="3063478"/>
            <a:ext cx="14641231" cy="4001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¡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Qué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hermoso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es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seguir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los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pasos del Maestro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su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santa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luz!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833291" y="2476103"/>
            <a:ext cx="12621418" cy="533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Ando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más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cerca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de 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me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guía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cuando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maligno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me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quiere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tentar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593702" y="2564819"/>
            <a:ext cx="13100595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siempre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confiando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Cristo mi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fuerte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debo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con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gozo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su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nombre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ensalzar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31F44E-37A4-F6D5-EDF5-696637FA1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7528626-5858-185A-7D76-DBCAD27AB9C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48C28B7-777E-895B-A448-885D0638E0DF}"/>
              </a:ext>
            </a:extLst>
          </p:cNvPr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16E02F5-3806-FF02-4526-E3EC45CDE836}"/>
                </a:ext>
              </a:extLst>
            </p:cNvPr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G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B14DD3F-BFFF-DD14-9D57-70ECF86476A5}"/>
                </a:ext>
              </a:extLst>
            </p:cNvPr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A9A93FCA-A7FA-61D3-3C6B-01369C8EB889}"/>
              </a:ext>
            </a:extLst>
          </p:cNvPr>
          <p:cNvSpPr txBox="1"/>
          <p:nvPr/>
        </p:nvSpPr>
        <p:spPr>
          <a:xfrm>
            <a:off x="1714500" y="2476103"/>
            <a:ext cx="14859000" cy="53347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03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¡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Qué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hermoso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es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seguir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los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pasos del Maestro</a:t>
            </a:r>
          </a:p>
          <a:p>
            <a:pPr marL="0" marR="0" lvl="0" indent="0" algn="ctr" defTabSz="914400" rtl="0" eaLnBrk="1" fontAlgn="auto" latinLnBrk="0" hangingPunct="1">
              <a:lnSpc>
                <a:spcPts val="103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siempre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la luz,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cerca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de Jesús!</a:t>
            </a:r>
          </a:p>
        </p:txBody>
      </p:sp>
    </p:spTree>
    <p:extLst>
      <p:ext uri="{BB962C8B-B14F-4D97-AF65-F5344CB8AC3E}">
        <p14:creationId xmlns:p14="http://schemas.microsoft.com/office/powerpoint/2010/main" val="1709237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845451-90C1-AF43-E0FB-127CA39CD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2FCE3E8-3829-3C52-C6ED-9BCD7851872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AFB96BE-CDF7-5E65-F853-610F8A64BF79}"/>
              </a:ext>
            </a:extLst>
          </p:cNvPr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FDB3F2C-C011-1433-20BC-74378A0D148E}"/>
                </a:ext>
              </a:extLst>
            </p:cNvPr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G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1618F01-7692-EEF8-33F0-DE3C0CA97E25}"/>
                </a:ext>
              </a:extLst>
            </p:cNvPr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FDE3670A-BF26-0717-CD9E-1FE14A5FE950}"/>
              </a:ext>
            </a:extLst>
          </p:cNvPr>
          <p:cNvSpPr txBox="1"/>
          <p:nvPr/>
        </p:nvSpPr>
        <p:spPr>
          <a:xfrm>
            <a:off x="1823384" y="3063478"/>
            <a:ext cx="14641231" cy="4001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0397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¡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Qué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hermoso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es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seguir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los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pasos del Maestro</a:t>
            </a:r>
          </a:p>
          <a:p>
            <a:pPr marL="0" marR="0" lvl="0" indent="0" algn="ctr" defTabSz="914400" rtl="0" eaLnBrk="1" fontAlgn="auto" latinLnBrk="0" hangingPunct="1">
              <a:lnSpc>
                <a:spcPts val="10397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su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santa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luz!</a:t>
            </a:r>
          </a:p>
        </p:txBody>
      </p:sp>
    </p:spTree>
    <p:extLst>
      <p:ext uri="{BB962C8B-B14F-4D97-AF65-F5344CB8AC3E}">
        <p14:creationId xmlns:p14="http://schemas.microsoft.com/office/powerpoint/2010/main" val="1898013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308202" y="2564819"/>
            <a:ext cx="9671595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Sigo sus pasos de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tierno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cariño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</a:t>
            </a: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misericordia, amor y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lealtad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189569" y="2564819"/>
            <a:ext cx="11908862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viendo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hacia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por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el don de la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gracia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voy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al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descanso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 gloriosa ciudad.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D59F98-6A52-C108-1DB3-8BCE3114F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39A3879-524D-9CFF-4285-4B442637BF3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BFEAA9E-895E-5702-D047-6D8DFC6A917E}"/>
              </a:ext>
            </a:extLst>
          </p:cNvPr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8CB9AEB-A10B-C677-207D-D856240286F4}"/>
                </a:ext>
              </a:extLst>
            </p:cNvPr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G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99764F2-C48B-E8CE-3EDF-F3EF455B8F0B}"/>
                </a:ext>
              </a:extLst>
            </p:cNvPr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33684125-0734-2729-2093-0980EB6AC7CA}"/>
              </a:ext>
            </a:extLst>
          </p:cNvPr>
          <p:cNvSpPr txBox="1"/>
          <p:nvPr/>
        </p:nvSpPr>
        <p:spPr>
          <a:xfrm>
            <a:off x="1714500" y="2476103"/>
            <a:ext cx="14859000" cy="53347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03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¡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Qué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hermoso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es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seguir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los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pasos del Maestro</a:t>
            </a:r>
          </a:p>
          <a:p>
            <a:pPr marL="0" marR="0" lvl="0" indent="0" algn="ctr" defTabSz="914400" rtl="0" eaLnBrk="1" fontAlgn="auto" latinLnBrk="0" hangingPunct="1">
              <a:lnSpc>
                <a:spcPts val="103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siempre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la luz,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cerca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de Jesús!</a:t>
            </a:r>
          </a:p>
        </p:txBody>
      </p:sp>
    </p:spTree>
    <p:extLst>
      <p:ext uri="{BB962C8B-B14F-4D97-AF65-F5344CB8AC3E}">
        <p14:creationId xmlns:p14="http://schemas.microsoft.com/office/powerpoint/2010/main" val="1534680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B17BCF-A156-09F0-3BB1-67B718FE3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17EF810-64D1-01A4-86F0-A8DD4D17E39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DCC3682-A324-70E3-49C8-3BABDCBCBFC3}"/>
              </a:ext>
            </a:extLst>
          </p:cNvPr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4E8C9ED-6DB4-8A64-5C79-3A6D97EF67F4}"/>
                </a:ext>
              </a:extLst>
            </p:cNvPr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G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9E8F36F-A87D-D427-FA31-AEB063C08092}"/>
                </a:ext>
              </a:extLst>
            </p:cNvPr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D10A8A30-54E0-F7FD-AEB5-12C41DDF5A7E}"/>
              </a:ext>
            </a:extLst>
          </p:cNvPr>
          <p:cNvSpPr txBox="1"/>
          <p:nvPr/>
        </p:nvSpPr>
        <p:spPr>
          <a:xfrm>
            <a:off x="1823384" y="3063478"/>
            <a:ext cx="14641231" cy="4001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0397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¡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Qué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hermoso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es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seguir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los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pasos del Maestro</a:t>
            </a:r>
          </a:p>
          <a:p>
            <a:pPr marL="0" marR="0" lvl="0" indent="0" algn="ctr" defTabSz="914400" rtl="0" eaLnBrk="1" fontAlgn="auto" latinLnBrk="0" hangingPunct="1">
              <a:lnSpc>
                <a:spcPts val="10397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su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santa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luz!</a:t>
            </a:r>
          </a:p>
        </p:txBody>
      </p:sp>
    </p:spTree>
    <p:extLst>
      <p:ext uri="{BB962C8B-B14F-4D97-AF65-F5344CB8AC3E}">
        <p14:creationId xmlns:p14="http://schemas.microsoft.com/office/powerpoint/2010/main" val="1978364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932834" y="2564819"/>
            <a:ext cx="12422331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Quiero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seguir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los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pasos del Maestro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siempre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hacia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arriba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con 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quiero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andar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574862" y="2564819"/>
            <a:ext cx="13138276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viendo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a mi Rey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gloriosa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hermosura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con 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gloria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podré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descansar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62199E-F541-A22F-277E-148A6017A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DAA8589-3787-C0C6-92C8-81E64D5D351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7335917-1138-F31F-76DE-C5FCFE6B37A1}"/>
              </a:ext>
            </a:extLst>
          </p:cNvPr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413F9FE-8421-E097-E9F3-465213F4B6C7}"/>
                </a:ext>
              </a:extLst>
            </p:cNvPr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G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AEAB48F-EEFB-909E-D923-6179AD40FC26}"/>
                </a:ext>
              </a:extLst>
            </p:cNvPr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1C963BB0-48B0-08F7-F0F7-11C593D52E4E}"/>
              </a:ext>
            </a:extLst>
          </p:cNvPr>
          <p:cNvSpPr txBox="1"/>
          <p:nvPr/>
        </p:nvSpPr>
        <p:spPr>
          <a:xfrm>
            <a:off x="1714500" y="2476103"/>
            <a:ext cx="14859000" cy="53347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03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¡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Qué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hermoso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es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seguir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los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pasos del Maestro</a:t>
            </a:r>
          </a:p>
          <a:p>
            <a:pPr marL="0" marR="0" lvl="0" indent="0" algn="ctr" defTabSz="914400" rtl="0" eaLnBrk="1" fontAlgn="auto" latinLnBrk="0" hangingPunct="1">
              <a:lnSpc>
                <a:spcPts val="103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siempre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la luz,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cerca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de Jesús!</a:t>
            </a:r>
          </a:p>
        </p:txBody>
      </p:sp>
    </p:spTree>
    <p:extLst>
      <p:ext uri="{BB962C8B-B14F-4D97-AF65-F5344CB8AC3E}">
        <p14:creationId xmlns:p14="http://schemas.microsoft.com/office/powerpoint/2010/main" val="3481013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FB464E-60E7-B988-7497-8A8E27E35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83F582D-C984-6B27-6458-A5CFBC3D401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5E2073E-37F7-41A3-6FFE-812EDDEB03C0}"/>
              </a:ext>
            </a:extLst>
          </p:cNvPr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64B4BA3-7C4D-2EBA-062D-0C615A4B9747}"/>
                </a:ext>
              </a:extLst>
            </p:cNvPr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G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7658D20-7DFA-2A47-9DD2-7ED0B82949D8}"/>
                </a:ext>
              </a:extLst>
            </p:cNvPr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E0EABAE0-3FF5-20CD-D82A-D39CFF8939DB}"/>
              </a:ext>
            </a:extLst>
          </p:cNvPr>
          <p:cNvSpPr txBox="1"/>
          <p:nvPr/>
        </p:nvSpPr>
        <p:spPr>
          <a:xfrm>
            <a:off x="1823384" y="3063478"/>
            <a:ext cx="14641231" cy="4001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0397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¡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Qué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hermoso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es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seguir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los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pasos del Maestro</a:t>
            </a:r>
          </a:p>
          <a:p>
            <a:pPr marL="0" marR="0" lvl="0" indent="0" algn="ctr" defTabSz="914400" rtl="0" eaLnBrk="1" fontAlgn="auto" latinLnBrk="0" hangingPunct="1">
              <a:lnSpc>
                <a:spcPts val="10397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su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kumimoji="0" lang="en-US" sz="9902" b="1" i="0" u="none" strike="noStrike" kern="1200" cap="none" spc="19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santa</a:t>
            </a:r>
            <a:r>
              <a:rPr kumimoji="0" lang="en-US" sz="9902" b="1" i="0" u="none" strike="noStrike" kern="1200" cap="none" spc="19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"/>
                <a:ea typeface="Neue Montreal Bold"/>
                <a:cs typeface="Neue Montreal Bold"/>
                <a:sym typeface="Neue Montreal Bold"/>
              </a:rPr>
              <a:t> luz!</a:t>
            </a:r>
          </a:p>
        </p:txBody>
      </p:sp>
    </p:spTree>
    <p:extLst>
      <p:ext uri="{BB962C8B-B14F-4D97-AF65-F5344CB8AC3E}">
        <p14:creationId xmlns:p14="http://schemas.microsoft.com/office/powerpoint/2010/main" val="29224256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037" b="-9037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365772" y="5324097"/>
            <a:ext cx="13556457" cy="1429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69"/>
              </a:lnSpc>
              <a:spcBef>
                <a:spcPct val="0"/>
              </a:spcBef>
            </a:pPr>
            <a:endParaRPr lang="en-US" sz="8692" b="1" i="1" spc="-260" dirty="0">
              <a:solidFill>
                <a:srgbClr val="FFFFFF"/>
              </a:solidFill>
              <a:latin typeface="Neue Montreal Bold Italics"/>
              <a:ea typeface="Neue Montreal Bold Italics"/>
              <a:cs typeface="Neue Montreal Bold Italics"/>
              <a:sym typeface="Neue Montreal Bold Italic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209800" y="3127595"/>
            <a:ext cx="13318195" cy="4031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773"/>
              </a:lnSpc>
            </a:pPr>
            <a:r>
              <a:rPr lang="en-US" sz="18466" b="1" i="1" spc="-1107" dirty="0">
                <a:solidFill>
                  <a:srgbClr val="FFF9EB"/>
                </a:solidFill>
                <a:latin typeface="ITC Cheltenham Condensed Bold Italics"/>
                <a:ea typeface="ITC Cheltenham Condensed Bold Italics"/>
                <a:cs typeface="ITC Cheltenham Condensed Bold Italics"/>
                <a:sym typeface="ITC Cheltenham Condensed Bold Italics"/>
              </a:rPr>
              <a:t>Eres mi</a:t>
            </a:r>
          </a:p>
          <a:p>
            <a:pPr marL="0" lvl="0" indent="0" algn="ctr">
              <a:lnSpc>
                <a:spcPts val="14773"/>
              </a:lnSpc>
            </a:pPr>
            <a:r>
              <a:rPr lang="en-US" sz="18466" b="1" i="1" spc="-1107" dirty="0">
                <a:solidFill>
                  <a:srgbClr val="FFF9EB"/>
                </a:solidFill>
                <a:latin typeface="ITC Cheltenham Condensed Bold Italics"/>
                <a:ea typeface="ITC Cheltenham Condensed Bold Italics"/>
                <a:cs typeface="ITC Cheltenham Condensed Bold Italics"/>
                <a:sym typeface="ITC Cheltenham Condensed Bold Italics"/>
              </a:rPr>
              <a:t>Amigo Fiel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592474" y="2476103"/>
            <a:ext cx="13103051" cy="533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¿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Quién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soy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yo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para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mí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Tú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pienses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Y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escuches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 mi clamor?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809750" y="2476103"/>
            <a:ext cx="14668500" cy="53347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Y es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verdad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lo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Tú hoy me dices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me amas, me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asombras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4E84BE-AEB1-715F-5F19-86BCB8B1E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82F6A6B-0085-E553-506A-95903AC8F0B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2312D5F-ABB4-1C33-E703-27DED063C665}"/>
              </a:ext>
            </a:extLst>
          </p:cNvPr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B714F63-9202-EA69-6686-861AD4DB9F2A}"/>
                </a:ext>
              </a:extLst>
            </p:cNvPr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2320636-3CEC-E199-7763-0C89F707765F}"/>
                </a:ext>
              </a:extLst>
            </p:cNvPr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5AC65F90-72FC-06E3-BBC0-870857CB3928}"/>
              </a:ext>
            </a:extLst>
          </p:cNvPr>
          <p:cNvSpPr txBox="1"/>
          <p:nvPr/>
        </p:nvSpPr>
        <p:spPr>
          <a:xfrm>
            <a:off x="2592474" y="2476103"/>
            <a:ext cx="13103051" cy="533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¿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Quién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soy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yo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para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mí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Tú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pienses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Y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escuches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 mi clamor?</a:t>
            </a:r>
          </a:p>
        </p:txBody>
      </p:sp>
    </p:spTree>
    <p:extLst>
      <p:ext uri="{BB962C8B-B14F-4D97-AF65-F5344CB8AC3E}">
        <p14:creationId xmlns:p14="http://schemas.microsoft.com/office/powerpoint/2010/main" val="29808891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F3F846-E95E-6258-F67C-9CF859547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F7FBC91-16AF-AFD9-D10F-E791CCCEC7E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1C859F4-1849-E5C8-16C5-3322F8FE60B9}"/>
              </a:ext>
            </a:extLst>
          </p:cNvPr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2EBCE6C-CD29-2E38-C9A3-A4BF3B90A24E}"/>
                </a:ext>
              </a:extLst>
            </p:cNvPr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BD42625-3CA0-10EB-CCF0-D9963FCCD5FE}"/>
                </a:ext>
              </a:extLst>
            </p:cNvPr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11E31CC0-19D1-2055-104A-E11077C2B4D8}"/>
              </a:ext>
            </a:extLst>
          </p:cNvPr>
          <p:cNvSpPr txBox="1"/>
          <p:nvPr/>
        </p:nvSpPr>
        <p:spPr>
          <a:xfrm>
            <a:off x="1809750" y="2476103"/>
            <a:ext cx="14668500" cy="53347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Y es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verdad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lo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Tú hoy me dices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me amas, me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asombras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</p:spTree>
    <p:extLst>
      <p:ext uri="{BB962C8B-B14F-4D97-AF65-F5344CB8AC3E}">
        <p14:creationId xmlns:p14="http://schemas.microsoft.com/office/powerpoint/2010/main" val="34168594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27032" y="1809254"/>
            <a:ext cx="14833936" cy="6668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//Eres mi amigo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fiel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eres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mi amigo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fiel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Eres mi amigo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fiel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tu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amigo soy//</a:t>
            </a: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¿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Quién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soy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yo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7070CE-9A1B-9238-4B9F-E2004B889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E0EEB85-4B97-C710-A4A6-2829A33D4A5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2FB1C5F-21EB-6217-1B85-BBFF216FBCEB}"/>
              </a:ext>
            </a:extLst>
          </p:cNvPr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F23B4AF-E8D6-3E9B-F89D-2E9FF6236E40}"/>
                </a:ext>
              </a:extLst>
            </p:cNvPr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5F98B6B-6AA8-E97C-7B28-A3105C533959}"/>
                </a:ext>
              </a:extLst>
            </p:cNvPr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F01D2A2D-ABB6-E847-A5E7-3F344568FB21}"/>
              </a:ext>
            </a:extLst>
          </p:cNvPr>
          <p:cNvSpPr txBox="1"/>
          <p:nvPr/>
        </p:nvSpPr>
        <p:spPr>
          <a:xfrm>
            <a:off x="2592474" y="2476103"/>
            <a:ext cx="13103051" cy="533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¿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Quién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soy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yo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para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mí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Tú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pienses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Y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escuches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 mi clamor?</a:t>
            </a:r>
          </a:p>
        </p:txBody>
      </p:sp>
    </p:spTree>
    <p:extLst>
      <p:ext uri="{BB962C8B-B14F-4D97-AF65-F5344CB8AC3E}">
        <p14:creationId xmlns:p14="http://schemas.microsoft.com/office/powerpoint/2010/main" val="28983252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F4F57C-50F4-27BB-E454-745130052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1123653-2313-EF3A-1F45-A09BC120E65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E011852-56CC-C53D-6229-ED15B2FBE75A}"/>
              </a:ext>
            </a:extLst>
          </p:cNvPr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EA51341-7EE6-4E80-0236-F115ABAB0D76}"/>
                </a:ext>
              </a:extLst>
            </p:cNvPr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5C95668-15DB-2D54-4287-0233A832A409}"/>
                </a:ext>
              </a:extLst>
            </p:cNvPr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CC1E8238-E48D-226B-4FE9-91AA274C8AEB}"/>
              </a:ext>
            </a:extLst>
          </p:cNvPr>
          <p:cNvSpPr txBox="1"/>
          <p:nvPr/>
        </p:nvSpPr>
        <p:spPr>
          <a:xfrm>
            <a:off x="1809750" y="2476103"/>
            <a:ext cx="14668500" cy="53347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Y es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verdad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lo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Tú hoy me dices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me amas, me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asombras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</p:spTree>
    <p:extLst>
      <p:ext uri="{BB962C8B-B14F-4D97-AF65-F5344CB8AC3E}">
        <p14:creationId xmlns:p14="http://schemas.microsoft.com/office/powerpoint/2010/main" val="26183049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31CD70-8F24-6088-68B9-5A2848E34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B579043-4B64-6415-7841-D28A5267A98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A0225BA-BF9E-83DE-53F8-3B801A374A20}"/>
              </a:ext>
            </a:extLst>
          </p:cNvPr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2D9422F-CA70-BF2D-7755-AE50004885F4}"/>
                </a:ext>
              </a:extLst>
            </p:cNvPr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4A1B2B1-02ED-0661-3CA7-D02373B0C524}"/>
                </a:ext>
              </a:extLst>
            </p:cNvPr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EE1F7A36-3E8E-9D5B-70F3-99B82CB27E29}"/>
              </a:ext>
            </a:extLst>
          </p:cNvPr>
          <p:cNvSpPr txBox="1"/>
          <p:nvPr/>
        </p:nvSpPr>
        <p:spPr>
          <a:xfrm>
            <a:off x="1727032" y="2396629"/>
            <a:ext cx="14833936" cy="533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//Eres mi amigo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fiel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eres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mi amigo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fiel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Eres mi amigo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fiel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tu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amigo soy//</a:t>
            </a:r>
          </a:p>
        </p:txBody>
      </p:sp>
    </p:spTree>
    <p:extLst>
      <p:ext uri="{BB962C8B-B14F-4D97-AF65-F5344CB8AC3E}">
        <p14:creationId xmlns:p14="http://schemas.microsoft.com/office/powerpoint/2010/main" val="41979307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189569" y="3142952"/>
            <a:ext cx="11908862" cy="4001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///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Majestuoso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Poderoso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Tu amigo soy///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DE1285-F1F3-E9A0-107E-D88FFB803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AB667C9-F180-B083-FEC4-B85156760A6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7E3D616-B2EC-3B3D-2D65-524A9644C63C}"/>
              </a:ext>
            </a:extLst>
          </p:cNvPr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5887ED9-86FB-F320-6030-DC31D698ED52}"/>
                </a:ext>
              </a:extLst>
            </p:cNvPr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8CCD736-2841-4853-5927-33520AE483BF}"/>
                </a:ext>
              </a:extLst>
            </p:cNvPr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E7098FD6-2662-080E-49D8-C766A58A4898}"/>
              </a:ext>
            </a:extLst>
          </p:cNvPr>
          <p:cNvSpPr txBox="1"/>
          <p:nvPr/>
        </p:nvSpPr>
        <p:spPr>
          <a:xfrm>
            <a:off x="1727032" y="2396629"/>
            <a:ext cx="14833936" cy="533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//Eres mi amigo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fiel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eres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mi amigo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fiel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Eres mi amigo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fiel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tu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amigo soy//</a:t>
            </a:r>
          </a:p>
        </p:txBody>
      </p:sp>
    </p:spTree>
    <p:extLst>
      <p:ext uri="{BB962C8B-B14F-4D97-AF65-F5344CB8AC3E}">
        <p14:creationId xmlns:p14="http://schemas.microsoft.com/office/powerpoint/2010/main" val="35695174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037" b="-9037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-5640" y="5572564"/>
            <a:ext cx="18266622" cy="1688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1"/>
              </a:lnSpc>
              <a:spcBef>
                <a:spcPct val="0"/>
              </a:spcBef>
            </a:pPr>
            <a:r>
              <a:rPr lang="en-US" sz="10287" b="1" i="1" spc="-308" dirty="0" err="1">
                <a:solidFill>
                  <a:srgbClr val="FFFFFF"/>
                </a:solidFill>
                <a:latin typeface="Neue Montreal Bold Italics"/>
                <a:ea typeface="Neue Montreal Bold Italics"/>
                <a:cs typeface="Neue Montreal Bold Italics"/>
                <a:sym typeface="Neue Montreal Bold Italics"/>
              </a:rPr>
              <a:t>Jehová</a:t>
            </a:r>
            <a:r>
              <a:rPr lang="en-US" sz="10287" b="1" i="1" spc="-308" dirty="0">
                <a:solidFill>
                  <a:srgbClr val="FFFFFF"/>
                </a:solidFill>
                <a:latin typeface="Neue Montreal Bold Italics"/>
                <a:ea typeface="Neue Montreal Bold Italics"/>
                <a:cs typeface="Neue Montreal Bold Italics"/>
                <a:sym typeface="Neue Montreal Bold Italics"/>
              </a:rPr>
              <a:t> es mi pastor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04033" y="3847269"/>
            <a:ext cx="13318195" cy="2133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773"/>
              </a:lnSpc>
            </a:pPr>
            <a:r>
              <a:rPr lang="en-US" sz="18466" b="1" i="1" spc="-1107" dirty="0" err="1">
                <a:solidFill>
                  <a:srgbClr val="FFF9EB"/>
                </a:solidFill>
                <a:latin typeface="ITC Cheltenham Condensed Bold Italics"/>
                <a:ea typeface="ITC Cheltenham Condensed Bold Italics"/>
                <a:cs typeface="ITC Cheltenham Condensed Bold Italics"/>
                <a:sym typeface="ITC Cheltenham Condensed Bold Italics"/>
              </a:rPr>
              <a:t>Himno</a:t>
            </a:r>
            <a:r>
              <a:rPr lang="en-US" sz="18466" b="1" i="1" spc="-1107" dirty="0">
                <a:solidFill>
                  <a:srgbClr val="FFF9EB"/>
                </a:solidFill>
                <a:latin typeface="ITC Cheltenham Condensed Bold Italics"/>
                <a:ea typeface="ITC Cheltenham Condensed Bold Italics"/>
                <a:cs typeface="ITC Cheltenham Condensed Bold Italics"/>
                <a:sym typeface="ITC Cheltenham Condensed Bold Italics"/>
              </a:rPr>
              <a:t> 83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10925" y="2564819"/>
            <a:ext cx="16666150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Jehová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es mi pastor,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apacienta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con amor,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sus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pastos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delicados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pastaré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39914" y="2396629"/>
            <a:ext cx="15008172" cy="533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Descansando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sin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temor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abrigo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del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Señor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de las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aguas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de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reposo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beberé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10925" y="1142404"/>
            <a:ext cx="16666150" cy="800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Señor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me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pastorea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nada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aquí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me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faltará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;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junto a 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caminaré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su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brazo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confiaré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nada del amor de Dios me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apartará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092090" y="2396629"/>
            <a:ext cx="14103820" cy="533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Mi pastor me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guardará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siempre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me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confortará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por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las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sendas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de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justicia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me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guiará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092090" y="2476103"/>
            <a:ext cx="14103820" cy="533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tiempo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de dolor,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será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Consolador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su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paz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mi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corazón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llenará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B875A3-ABFA-1901-969D-9B0E15AC1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E6DC441-B500-CAFC-2F8F-5807E5B8096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2E2A92D-D48F-F602-1484-74537B4180D8}"/>
              </a:ext>
            </a:extLst>
          </p:cNvPr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4B49719-00E8-545F-30F4-8D59925899D9}"/>
                </a:ext>
              </a:extLst>
            </p:cNvPr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B57435D-89D7-D209-DFCF-FE1834058032}"/>
                </a:ext>
              </a:extLst>
            </p:cNvPr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8757B566-8EFA-5831-9355-4C07FB8FC211}"/>
              </a:ext>
            </a:extLst>
          </p:cNvPr>
          <p:cNvSpPr txBox="1"/>
          <p:nvPr/>
        </p:nvSpPr>
        <p:spPr>
          <a:xfrm>
            <a:off x="810925" y="1142404"/>
            <a:ext cx="16666150" cy="800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Señor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me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pastorea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nada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aquí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me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faltará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;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junto a 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caminaré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su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brazo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confiaré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nada del amor de Dios me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apartará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83433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51507" y="2396629"/>
            <a:ext cx="15384985" cy="53347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¡Oh tan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fiel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es mi Pastor,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tan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constante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es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su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amor,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mi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copa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rebosando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siempre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está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!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4E14E9-AA39-7E8D-1395-B02F60A0D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98166F8-0B9E-ABEE-D6B9-438BC5ACF7F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68B490A-ECEF-BB03-AD9C-5D2BA4FC1A16}"/>
              </a:ext>
            </a:extLst>
          </p:cNvPr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2D1BC4C-5851-7EC0-9489-4CBB1F056F39}"/>
                </a:ext>
              </a:extLst>
            </p:cNvPr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D51E51C-7895-37CF-1C61-6E08B63295E6}"/>
                </a:ext>
              </a:extLst>
            </p:cNvPr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D57FC0D1-3C6D-C05C-4745-2AE01C840FC7}"/>
              </a:ext>
            </a:extLst>
          </p:cNvPr>
          <p:cNvSpPr txBox="1"/>
          <p:nvPr/>
        </p:nvSpPr>
        <p:spPr>
          <a:xfrm>
            <a:off x="810925" y="1809254"/>
            <a:ext cx="16666150" cy="6668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Cuando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valle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oscuro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esté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mal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ninguno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temeré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 la casa de mi Dios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iré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a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morar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40662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5B9006-90F2-8335-638E-A21EA81F6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14035EF-BFEC-C17D-CE8E-F36D9C6B2DE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60C26A7-1CBF-5BD9-AB6F-822A2CD62475}"/>
              </a:ext>
            </a:extLst>
          </p:cNvPr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5616546-0687-660B-7DDD-10E80614DC50}"/>
                </a:ext>
              </a:extLst>
            </p:cNvPr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FD8762D-432E-1AFD-DDDF-DD9BAACAEEE7}"/>
                </a:ext>
              </a:extLst>
            </p:cNvPr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BB8703CB-C27B-2391-9786-118EE9318120}"/>
              </a:ext>
            </a:extLst>
          </p:cNvPr>
          <p:cNvSpPr txBox="1"/>
          <p:nvPr/>
        </p:nvSpPr>
        <p:spPr>
          <a:xfrm>
            <a:off x="810925" y="1142404"/>
            <a:ext cx="16666150" cy="800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Señor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me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pastorea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nada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aquí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me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faltará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;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junto a 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caminaré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su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brazo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confiaré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nada del amor de Dios me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apartará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21187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037" b="-9037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365274" y="2840062"/>
            <a:ext cx="9557453" cy="1910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54"/>
              </a:lnSpc>
              <a:spcBef>
                <a:spcPct val="0"/>
              </a:spcBef>
            </a:pPr>
            <a:r>
              <a:rPr lang="en-US" sz="11610" b="1" i="1" spc="-348" dirty="0">
                <a:solidFill>
                  <a:srgbClr val="FFFFFF"/>
                </a:solidFill>
                <a:latin typeface="Neue Montreal Bold Italics"/>
                <a:ea typeface="Neue Montreal Bold Italics"/>
                <a:cs typeface="Neue Montreal Bold Italics"/>
                <a:sym typeface="Neue Montreal Bold Italics"/>
              </a:rPr>
              <a:t>Al </a:t>
            </a:r>
            <a:r>
              <a:rPr lang="en-US" sz="11610" b="1" i="1" spc="-348" dirty="0" err="1">
                <a:solidFill>
                  <a:srgbClr val="FFFFFF"/>
                </a:solidFill>
                <a:latin typeface="Neue Montreal Bold Italics"/>
                <a:ea typeface="Neue Montreal Bold Italics"/>
                <a:cs typeface="Neue Montreal Bold Italics"/>
                <a:sym typeface="Neue Montreal Bold Italics"/>
              </a:rPr>
              <a:t>estar</a:t>
            </a:r>
            <a:endParaRPr lang="en-US" sz="11610" b="1" i="1" spc="-348" dirty="0">
              <a:solidFill>
                <a:srgbClr val="FFFFFF"/>
              </a:solidFill>
              <a:latin typeface="Neue Montreal Bold Italics"/>
              <a:ea typeface="Neue Montreal Bold Italics"/>
              <a:cs typeface="Neue Montreal Bold Italics"/>
              <a:sym typeface="Neue Montreal Bold Italic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240935" y="4921008"/>
            <a:ext cx="9806129" cy="2785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326"/>
              </a:lnSpc>
            </a:pPr>
            <a:r>
              <a:rPr lang="en-US" sz="24157" b="1" i="1" spc="-1449" dirty="0">
                <a:solidFill>
                  <a:srgbClr val="FFF9EB"/>
                </a:solidFill>
                <a:latin typeface="ITC Cheltenham Condensed Bold Italics"/>
                <a:ea typeface="ITC Cheltenham Condensed Bold Italics"/>
                <a:cs typeface="ITC Cheltenham Condensed Bold Italics"/>
                <a:sym typeface="ITC Cheltenham Condensed Bold Italics"/>
              </a:rPr>
              <a:t>Ante </a:t>
            </a:r>
            <a:r>
              <a:rPr lang="en-US" sz="24157" b="1" i="1" spc="-1449" dirty="0" err="1">
                <a:solidFill>
                  <a:srgbClr val="FFF9EB"/>
                </a:solidFill>
                <a:latin typeface="ITC Cheltenham Condensed Bold Italics"/>
                <a:ea typeface="ITC Cheltenham Condensed Bold Italics"/>
                <a:cs typeface="ITC Cheltenham Condensed Bold Italics"/>
                <a:sym typeface="ITC Cheltenham Condensed Bold Italics"/>
              </a:rPr>
              <a:t>ti</a:t>
            </a:r>
            <a:endParaRPr lang="en-US" sz="24157" b="1" i="1" spc="-1449" dirty="0">
              <a:solidFill>
                <a:srgbClr val="FFF9EB"/>
              </a:solidFill>
              <a:latin typeface="ITC Cheltenham Condensed Bold Italics"/>
              <a:ea typeface="ITC Cheltenham Condensed Bold Italics"/>
              <a:cs typeface="ITC Cheltenham Condensed Bold Italics"/>
              <a:sym typeface="ITC Cheltenham Condensed Bold Italic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243922" y="1142404"/>
            <a:ext cx="13800155" cy="800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estar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ante Ti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Adorando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frente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al mar de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cristal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Entre la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multitud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asombro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allí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me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habré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de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postrar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40711" y="1142404"/>
            <a:ext cx="13006578" cy="800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Y mi canto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uniré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millones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proclamándote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rey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Y mi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voz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oirás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Entre las multitudes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cantar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207989" y="2564819"/>
            <a:ext cx="11872022" cy="5300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Digno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es 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cordero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de Dios</a:t>
            </a: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fué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inmolado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la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cruz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F556A1-37E0-58D6-F625-752122DF3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5EE1606-EC5A-B99A-0C28-2B09F1B63ED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38C045C-1E63-B551-9C0A-513255124D7E}"/>
              </a:ext>
            </a:extLst>
          </p:cNvPr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A7037E9-90D9-BFAB-CAF7-DEF62473D2FD}"/>
                </a:ext>
              </a:extLst>
            </p:cNvPr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FB432FC-967B-A717-04E9-3769FDF0362B}"/>
                </a:ext>
              </a:extLst>
            </p:cNvPr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F67B307B-55AF-F1BB-0AA8-7093C0F9D894}"/>
              </a:ext>
            </a:extLst>
          </p:cNvPr>
          <p:cNvSpPr txBox="1"/>
          <p:nvPr/>
        </p:nvSpPr>
        <p:spPr>
          <a:xfrm>
            <a:off x="3207989" y="2564819"/>
            <a:ext cx="11872022" cy="5300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Digno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de la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honra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y 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poder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La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sabiduría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suya es</a:t>
            </a:r>
          </a:p>
        </p:txBody>
      </p:sp>
    </p:spTree>
    <p:extLst>
      <p:ext uri="{BB962C8B-B14F-4D97-AF65-F5344CB8AC3E}">
        <p14:creationId xmlns:p14="http://schemas.microsoft.com/office/powerpoint/2010/main" val="17808450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D48BC-3A55-E050-D8AB-9A75F0FE6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51CFF9E-DD0B-FB92-E4CB-F2489D3ED55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8356C05-2673-82C3-BC71-B7A82BA7B0E4}"/>
              </a:ext>
            </a:extLst>
          </p:cNvPr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B3A75D4-FC64-52DC-8BB9-FAB43300BB2F}"/>
                </a:ext>
              </a:extLst>
            </p:cNvPr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D800BA2-6520-E59D-3BA5-ED538EB73704}"/>
                </a:ext>
              </a:extLst>
            </p:cNvPr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F906F5AB-496F-54BA-EC24-64A472784F8B}"/>
              </a:ext>
            </a:extLst>
          </p:cNvPr>
          <p:cNvSpPr txBox="1"/>
          <p:nvPr/>
        </p:nvSpPr>
        <p:spPr>
          <a:xfrm>
            <a:off x="3207989" y="2564819"/>
            <a:ext cx="11872022" cy="5300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Y al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está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trono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sea el honor</a:t>
            </a: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Santo, santo, santo es 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Señor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</p:spTree>
    <p:extLst>
      <p:ext uri="{BB962C8B-B14F-4D97-AF65-F5344CB8AC3E}">
        <p14:creationId xmlns:p14="http://schemas.microsoft.com/office/powerpoint/2010/main" val="29673273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396395" y="2476103"/>
            <a:ext cx="11495209" cy="533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Reina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por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los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siglos con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poder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Todo lo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existe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es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por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Él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6F6972-F6F2-77F0-9205-3D4D5DB87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E93413E-B6AA-228B-A873-B98A0ECFB51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5559085-6A07-61B4-F31D-E94DE09C2058}"/>
              </a:ext>
            </a:extLst>
          </p:cNvPr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F3E862B-3186-A793-EAAF-02EBB7E162E6}"/>
                </a:ext>
              </a:extLst>
            </p:cNvPr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BE5E509-96D9-D0ED-E7A7-3684A416782A}"/>
                </a:ext>
              </a:extLst>
            </p:cNvPr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FCAFEB36-64B7-CCFA-24E2-89D5F3549721}"/>
              </a:ext>
            </a:extLst>
          </p:cNvPr>
          <p:cNvSpPr txBox="1"/>
          <p:nvPr/>
        </p:nvSpPr>
        <p:spPr>
          <a:xfrm>
            <a:off x="2243922" y="1142404"/>
            <a:ext cx="13800155" cy="800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estar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ante Ti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Adorando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frente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al mar de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cristal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Entre la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multitud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asombro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allí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me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habré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de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postrar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</p:spTree>
    <p:extLst>
      <p:ext uri="{BB962C8B-B14F-4D97-AF65-F5344CB8AC3E}">
        <p14:creationId xmlns:p14="http://schemas.microsoft.com/office/powerpoint/2010/main" val="2271644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F15288-9EDD-9B9D-1B60-4729BA995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943B173-0C18-5C1C-6802-A5445806F89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B1A59D6-BB3A-61B0-73E7-95BD64C1FAC8}"/>
              </a:ext>
            </a:extLst>
          </p:cNvPr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908CA5E-7FA6-9F62-E174-1165FEE3A1B7}"/>
                </a:ext>
              </a:extLst>
            </p:cNvPr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6235E62-FEC7-7E99-B159-AECC1ED49EE0}"/>
                </a:ext>
              </a:extLst>
            </p:cNvPr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D2507CEA-47C4-E8F6-4ED2-8457B32F2B2F}"/>
              </a:ext>
            </a:extLst>
          </p:cNvPr>
          <p:cNvSpPr txBox="1"/>
          <p:nvPr/>
        </p:nvSpPr>
        <p:spPr>
          <a:xfrm>
            <a:off x="2640711" y="1142404"/>
            <a:ext cx="13006578" cy="800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Y mi canto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uniré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millones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proclamándote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rey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Y mi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voz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oirás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Entre las multitudes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cantar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</p:spTree>
    <p:extLst>
      <p:ext uri="{BB962C8B-B14F-4D97-AF65-F5344CB8AC3E}">
        <p14:creationId xmlns:p14="http://schemas.microsoft.com/office/powerpoint/2010/main" val="1565470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17EE3-06E6-8A95-22F9-CE88EEEAB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12818D3-9621-BA96-5CFD-16A018B6FBA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F93C004-A3E0-B8AD-B6BD-10299A6C8FEB}"/>
              </a:ext>
            </a:extLst>
          </p:cNvPr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5E7E466-3948-37B0-F237-D2CB76F2FB5E}"/>
                </a:ext>
              </a:extLst>
            </p:cNvPr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57537B2-EAE6-3AC0-F10E-283F016A0EDB}"/>
                </a:ext>
              </a:extLst>
            </p:cNvPr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35725A6D-0E8D-5DB4-3665-01308B5747EC}"/>
              </a:ext>
            </a:extLst>
          </p:cNvPr>
          <p:cNvSpPr txBox="1"/>
          <p:nvPr/>
        </p:nvSpPr>
        <p:spPr>
          <a:xfrm>
            <a:off x="3207989" y="2564819"/>
            <a:ext cx="11872022" cy="5300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Digno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es 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cordero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de Dios</a:t>
            </a: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fué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inmolado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la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cruz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</p:spTree>
    <p:extLst>
      <p:ext uri="{BB962C8B-B14F-4D97-AF65-F5344CB8AC3E}">
        <p14:creationId xmlns:p14="http://schemas.microsoft.com/office/powerpoint/2010/main" val="21135622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2F3038-E5FB-580B-FD41-965A356E8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F635122-A8B3-42B0-6942-D62B94C3B86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2AA582B-A33A-6E6A-B8F0-A19A1C040E47}"/>
              </a:ext>
            </a:extLst>
          </p:cNvPr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453ACA2-799F-AA46-4F9F-A97885154286}"/>
                </a:ext>
              </a:extLst>
            </p:cNvPr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A1366A9-A2BF-273A-9779-8D6B25443FF4}"/>
                </a:ext>
              </a:extLst>
            </p:cNvPr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306EF739-0E6B-8B63-675D-FE65BE11660E}"/>
              </a:ext>
            </a:extLst>
          </p:cNvPr>
          <p:cNvSpPr txBox="1"/>
          <p:nvPr/>
        </p:nvSpPr>
        <p:spPr>
          <a:xfrm>
            <a:off x="3207989" y="2564819"/>
            <a:ext cx="11872022" cy="5300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Digno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de la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honra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y 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poder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La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sabiduría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suya es</a:t>
            </a:r>
          </a:p>
        </p:txBody>
      </p:sp>
    </p:spTree>
    <p:extLst>
      <p:ext uri="{BB962C8B-B14F-4D97-AF65-F5344CB8AC3E}">
        <p14:creationId xmlns:p14="http://schemas.microsoft.com/office/powerpoint/2010/main" val="13282340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5B4C2-66A3-8DCE-039A-05659E0CD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2EEE686-1A46-87F0-7073-E3AAA2A7DB2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6A4487A-0E67-74F7-FE29-403CFB35B9F1}"/>
              </a:ext>
            </a:extLst>
          </p:cNvPr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CC3F750-2C6B-9849-BE7B-4BCFF62BA748}"/>
                </a:ext>
              </a:extLst>
            </p:cNvPr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120042C-7789-2589-5028-A2195D7CB4CA}"/>
                </a:ext>
              </a:extLst>
            </p:cNvPr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979A85C7-4709-0AB2-2AEE-1728145EC77E}"/>
              </a:ext>
            </a:extLst>
          </p:cNvPr>
          <p:cNvSpPr txBox="1"/>
          <p:nvPr/>
        </p:nvSpPr>
        <p:spPr>
          <a:xfrm>
            <a:off x="3207989" y="2564819"/>
            <a:ext cx="11872022" cy="5300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Y al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está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trono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sea el honor</a:t>
            </a: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Santo, santo, santo es 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Señor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</p:spTree>
    <p:extLst>
      <p:ext uri="{BB962C8B-B14F-4D97-AF65-F5344CB8AC3E}">
        <p14:creationId xmlns:p14="http://schemas.microsoft.com/office/powerpoint/2010/main" val="6404374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085906-0211-A275-50DC-F2E57E467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9C114ED-851E-E57E-92FE-A591299ED34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0BA8813-CE01-6C28-A3A3-43533276BF31}"/>
              </a:ext>
            </a:extLst>
          </p:cNvPr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F128105-ACD5-0AE1-0DA4-88633FD5EA5C}"/>
                </a:ext>
              </a:extLst>
            </p:cNvPr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F13A077-DBA2-E7FD-EA2B-4BABE6646798}"/>
                </a:ext>
              </a:extLst>
            </p:cNvPr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0E807D51-C8DA-9F94-122A-E236217767BC}"/>
              </a:ext>
            </a:extLst>
          </p:cNvPr>
          <p:cNvSpPr txBox="1"/>
          <p:nvPr/>
        </p:nvSpPr>
        <p:spPr>
          <a:xfrm>
            <a:off x="3396395" y="2476103"/>
            <a:ext cx="11495209" cy="533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Reina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por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los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siglos con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poder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Todo lo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existe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es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por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Él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</p:spTree>
    <p:extLst>
      <p:ext uri="{BB962C8B-B14F-4D97-AF65-F5344CB8AC3E}">
        <p14:creationId xmlns:p14="http://schemas.microsoft.com/office/powerpoint/2010/main" val="1350159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D873C-2E1B-C50D-024C-4160A5742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30DB82E-F517-153D-5130-9C8906E0CE6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037" b="-9037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G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821BE2D-F64E-1653-87A4-3A9B5827BC92}"/>
              </a:ext>
            </a:extLst>
          </p:cNvPr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B956DE8-DBB4-EC25-6267-FF0234AEED01}"/>
                </a:ext>
              </a:extLst>
            </p:cNvPr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G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13A08DF-F305-28EE-081C-32EAB49C49C6}"/>
                </a:ext>
              </a:extLst>
            </p:cNvPr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267A2C51-CF46-DE5C-73BD-18FEF951A431}"/>
              </a:ext>
            </a:extLst>
          </p:cNvPr>
          <p:cNvSpPr txBox="1"/>
          <p:nvPr/>
        </p:nvSpPr>
        <p:spPr>
          <a:xfrm>
            <a:off x="4365274" y="2840062"/>
            <a:ext cx="9557453" cy="1910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254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610" b="1" i="1" u="none" strike="noStrike" kern="1200" cap="none" spc="-34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 Italics"/>
                <a:ea typeface="Neue Montreal Bold Italics"/>
                <a:cs typeface="Neue Montreal Bold Italics"/>
                <a:sym typeface="Neue Montreal Bold Italics"/>
              </a:rPr>
              <a:t>El </a:t>
            </a:r>
            <a:r>
              <a:rPr kumimoji="0" lang="en-US" sz="11610" b="1" i="1" u="none" strike="noStrike" kern="1200" cap="none" spc="-348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Montreal Bold Italics"/>
                <a:ea typeface="Neue Montreal Bold Italics"/>
                <a:cs typeface="Neue Montreal Bold Italics"/>
                <a:sym typeface="Neue Montreal Bold Italics"/>
              </a:rPr>
              <a:t>Señor</a:t>
            </a:r>
            <a:r>
              <a:rPr lang="en-US" sz="11610" b="1" i="1" spc="-348" dirty="0">
                <a:solidFill>
                  <a:srgbClr val="FFFFFF"/>
                </a:solidFill>
                <a:latin typeface="Neue Montreal Bold Italics"/>
                <a:ea typeface="Neue Montreal Bold Italics"/>
                <a:cs typeface="Neue Montreal Bold Italics"/>
                <a:sym typeface="Neue Montreal Bold Italics"/>
              </a:rPr>
              <a:t> es</a:t>
            </a:r>
            <a:endParaRPr kumimoji="0" lang="en-US" sz="11610" b="1" i="1" u="none" strike="noStrike" kern="1200" cap="none" spc="-348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Montreal Bold Italics"/>
              <a:ea typeface="Neue Montreal Bold Italics"/>
              <a:cs typeface="Neue Montreal Bold Italics"/>
              <a:sym typeface="Neue Montreal Bold Italics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42EA00F-FF68-31E9-BF32-18F084ED88C8}"/>
              </a:ext>
            </a:extLst>
          </p:cNvPr>
          <p:cNvSpPr txBox="1"/>
          <p:nvPr/>
        </p:nvSpPr>
        <p:spPr>
          <a:xfrm>
            <a:off x="3834968" y="4909213"/>
            <a:ext cx="10618064" cy="2785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93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157" b="1" i="1" u="none" strike="noStrike" kern="1200" cap="none" spc="-1449" normalizeH="0" baseline="0" noProof="0" dirty="0">
                <a:ln>
                  <a:noFill/>
                </a:ln>
                <a:solidFill>
                  <a:srgbClr val="FFF9EB"/>
                </a:solidFill>
                <a:effectLst/>
                <a:uLnTx/>
                <a:uFillTx/>
                <a:latin typeface="ITC Cheltenham Condensed Bold Italics"/>
                <a:ea typeface="ITC Cheltenham Condensed Bold Italics"/>
                <a:cs typeface="ITC Cheltenham Condensed Bold Italics"/>
                <a:sym typeface="ITC Cheltenham Condensed Bold Italics"/>
              </a:rPr>
              <a:t>Mi Pastor</a:t>
            </a:r>
          </a:p>
        </p:txBody>
      </p:sp>
    </p:spTree>
    <p:extLst>
      <p:ext uri="{BB962C8B-B14F-4D97-AF65-F5344CB8AC3E}">
        <p14:creationId xmlns:p14="http://schemas.microsoft.com/office/powerpoint/2010/main" val="21270589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806537" y="1809254"/>
            <a:ext cx="14674926" cy="6668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Señor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es mi pastor</a:t>
            </a: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Nada me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faltará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Señor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es mi pastor</a:t>
            </a: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pastos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delicados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Él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me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hará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descansar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512933" y="1142404"/>
            <a:ext cx="15262134" cy="800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Junto a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aguas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de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reposo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pastoreará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Confortará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mi alma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guiará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por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sendas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de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justicia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Por amor de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su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nombre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351342" y="1809254"/>
            <a:ext cx="13585315" cy="6668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//El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Señor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es mi pastor</a:t>
            </a: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Nada me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faltará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//</a:t>
            </a: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Señor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es mi pastor</a:t>
            </a: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pastos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delicados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Él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me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hará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descansar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38293" y="1142404"/>
            <a:ext cx="14811413" cy="800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Junto a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aguas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de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reposo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pastoreará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</a:pP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Confortará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mi alma</a:t>
            </a: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guiará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por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sendas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de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justicia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Por amor de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su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nombre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423248" y="3730327"/>
            <a:ext cx="13441503" cy="2667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Señor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es mi pastor</a:t>
            </a: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:::..Nada me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faltará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..:::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</a:blip>
            <a:stretch>
              <a:fillRect t="-9222" b="-9222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Freeform 3"/>
          <p:cNvSpPr/>
          <p:nvPr/>
        </p:nvSpPr>
        <p:spPr>
          <a:xfrm>
            <a:off x="7525695" y="6938993"/>
            <a:ext cx="3236610" cy="2500282"/>
          </a:xfrm>
          <a:custGeom>
            <a:avLst/>
            <a:gdLst/>
            <a:ahLst/>
            <a:cxnLst/>
            <a:rect l="l" t="t" r="r" b="b"/>
            <a:pathLst>
              <a:path w="3236610" h="2500282">
                <a:moveTo>
                  <a:pt x="0" y="0"/>
                </a:moveTo>
                <a:lnTo>
                  <a:pt x="3236610" y="0"/>
                </a:lnTo>
                <a:lnTo>
                  <a:pt x="3236610" y="2500281"/>
                </a:lnTo>
                <a:lnTo>
                  <a:pt x="0" y="25002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4" name="TextBox 4"/>
          <p:cNvSpPr txBox="1"/>
          <p:nvPr/>
        </p:nvSpPr>
        <p:spPr>
          <a:xfrm>
            <a:off x="525326" y="3273523"/>
            <a:ext cx="17237347" cy="253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77"/>
              </a:lnSpc>
              <a:spcBef>
                <a:spcPct val="0"/>
              </a:spcBef>
            </a:pPr>
            <a:r>
              <a:rPr lang="en-US" sz="15412" b="1" i="1" spc="-462" dirty="0">
                <a:solidFill>
                  <a:srgbClr val="FFFFFF"/>
                </a:solidFill>
                <a:latin typeface="Neue Montreal Bold Italics"/>
                <a:ea typeface="Neue Montreal Bold Italics"/>
                <a:cs typeface="Neue Montreal Bold Italics"/>
                <a:sym typeface="Neue Montreal Bold Italics"/>
              </a:rPr>
              <a:t>Presencia de Dios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79154" y="2847495"/>
            <a:ext cx="13929692" cy="1154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14"/>
              </a:lnSpc>
            </a:pPr>
            <a:r>
              <a:rPr lang="en-US" sz="10017" b="1" i="1" spc="-601" dirty="0">
                <a:solidFill>
                  <a:srgbClr val="FFF9EB"/>
                </a:solidFill>
                <a:latin typeface="ITC Cheltenham Condensed Bold Italics"/>
                <a:ea typeface="ITC Cheltenham Condensed Bold Italics"/>
                <a:cs typeface="ITC Cheltenham Condensed Bold Italics"/>
                <a:sym typeface="ITC Cheltenham Condensed Bold Italics"/>
              </a:rPr>
              <a:t>Sed </a:t>
            </a:r>
            <a:r>
              <a:rPr lang="en-US" sz="10017" b="1" i="1" spc="-601" dirty="0" err="1">
                <a:solidFill>
                  <a:srgbClr val="FFF9EB"/>
                </a:solidFill>
                <a:latin typeface="ITC Cheltenham Condensed Bold Italics"/>
                <a:ea typeface="ITC Cheltenham Condensed Bold Italics"/>
                <a:cs typeface="ITC Cheltenham Condensed Bold Italics"/>
                <a:sym typeface="ITC Cheltenham Condensed Bold Italics"/>
              </a:rPr>
              <a:t>por</a:t>
            </a:r>
            <a:r>
              <a:rPr lang="en-US" sz="10017" b="1" i="1" spc="-601" dirty="0">
                <a:solidFill>
                  <a:srgbClr val="FFF9EB"/>
                </a:solidFill>
                <a:latin typeface="ITC Cheltenham Condensed Bold Italics"/>
                <a:ea typeface="ITC Cheltenham Condensed Bold Italics"/>
                <a:cs typeface="ITC Cheltenham Condensed Bold Italics"/>
                <a:sym typeface="ITC Cheltenham Condensed Bold Italics"/>
              </a:rPr>
              <a:t> la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18993" y="6472704"/>
            <a:ext cx="7050014" cy="83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73"/>
              </a:lnSpc>
              <a:spcBef>
                <a:spcPct val="0"/>
              </a:spcBef>
            </a:pPr>
            <a:r>
              <a:rPr lang="en-US" sz="4909" b="1" i="1" spc="-147" dirty="0">
                <a:solidFill>
                  <a:srgbClr val="FFE4AB"/>
                </a:solidFill>
                <a:latin typeface="Neue Montreal Bold Italics"/>
                <a:ea typeface="Neue Montreal Bold Italics"/>
                <a:cs typeface="Neue Montreal Bold Italics"/>
                <a:sym typeface="Neue Montreal Bold Italics"/>
              </a:rPr>
              <a:t>Salmos  42:1-2   &amp;   63:1-3</a:t>
            </a:r>
          </a:p>
        </p:txBody>
      </p:sp>
      <p:sp>
        <p:nvSpPr>
          <p:cNvPr id="7" name="AutoShape 7"/>
          <p:cNvSpPr/>
          <p:nvPr/>
        </p:nvSpPr>
        <p:spPr>
          <a:xfrm>
            <a:off x="5897880" y="6168491"/>
            <a:ext cx="649224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t="-9313" b="-9313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20346" y="2233178"/>
            <a:ext cx="17047308" cy="3798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2"/>
              </a:lnSpc>
              <a:spcBef>
                <a:spcPct val="0"/>
              </a:spcBef>
            </a:pPr>
            <a:r>
              <a:rPr lang="en-US" sz="23144" b="1" i="1" spc="-694" dirty="0">
                <a:solidFill>
                  <a:srgbClr val="FFFFFF"/>
                </a:solidFill>
                <a:latin typeface="Neue Montreal Bold Italics"/>
                <a:ea typeface="Neue Montreal Bold Italics"/>
                <a:cs typeface="Neue Montreal Bold Italics"/>
                <a:sym typeface="Neue Montreal Bold Italics"/>
              </a:rPr>
              <a:t>Salmos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36260" y="5963439"/>
            <a:ext cx="11415480" cy="1904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201"/>
              </a:lnSpc>
            </a:pPr>
            <a:r>
              <a:rPr lang="en-US" sz="16501" b="1" i="1" spc="-990" dirty="0">
                <a:solidFill>
                  <a:srgbClr val="FFF9EB"/>
                </a:solidFill>
                <a:latin typeface="ITC Cheltenham Condensed Bold Italics"/>
                <a:ea typeface="ITC Cheltenham Condensed Bold Italics"/>
                <a:cs typeface="ITC Cheltenham Condensed Bold Italics"/>
                <a:sym typeface="ITC Cheltenham Condensed Bold Italics"/>
              </a:rPr>
              <a:t>42:1-2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t="-9313" b="-9313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379723" y="1334765"/>
            <a:ext cx="15528554" cy="7617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2"/>
              </a:lnSpc>
            </a:pP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1</a:t>
            </a:r>
          </a:p>
          <a:p>
            <a:pPr algn="l">
              <a:lnSpc>
                <a:spcPts val="6572"/>
              </a:lnSpc>
            </a:pP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Como el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ciervo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brama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por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las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corrientes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de las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aguas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</a:t>
            </a:r>
          </a:p>
          <a:p>
            <a:pPr algn="l">
              <a:lnSpc>
                <a:spcPts val="6572"/>
              </a:lnSpc>
            </a:pP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Así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clama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por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ti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 oh Dios, el alma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mía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.</a:t>
            </a:r>
          </a:p>
          <a:p>
            <a:pPr algn="l">
              <a:lnSpc>
                <a:spcPts val="6572"/>
              </a:lnSpc>
            </a:pPr>
            <a:endParaRPr lang="en-US" sz="6259" b="1" spc="125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l">
              <a:lnSpc>
                <a:spcPts val="6572"/>
              </a:lnSpc>
            </a:pP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</a:t>
            </a:r>
          </a:p>
          <a:p>
            <a:pPr algn="l">
              <a:lnSpc>
                <a:spcPts val="6572"/>
              </a:lnSpc>
            </a:pP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Mi alma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tiene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sed de Dios, del Dios vivo;</a:t>
            </a:r>
          </a:p>
          <a:p>
            <a:pPr algn="l">
              <a:lnSpc>
                <a:spcPts val="6572"/>
              </a:lnSpc>
            </a:pP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¿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Cuándo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vendré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 y me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presentaré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delante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de Dios?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C2142C-C9AD-1E82-3EAE-E15D399E9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4E26E00-08DD-3904-4510-C5B56F849A0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t="-9313" b="-9313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BEF45D1-C40F-AF09-675D-E124B0E82567}"/>
              </a:ext>
            </a:extLst>
          </p:cNvPr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987BF78-7E7C-E695-9549-B66150BF68CF}"/>
                </a:ext>
              </a:extLst>
            </p:cNvPr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E1D6AED-7C87-62F9-4C2B-F947E773E133}"/>
                </a:ext>
              </a:extLst>
            </p:cNvPr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E161398B-C54C-40EB-7024-7116CC852239}"/>
              </a:ext>
            </a:extLst>
          </p:cNvPr>
          <p:cNvSpPr txBox="1"/>
          <p:nvPr/>
        </p:nvSpPr>
        <p:spPr>
          <a:xfrm>
            <a:off x="620346" y="2233178"/>
            <a:ext cx="17047308" cy="3798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2"/>
              </a:lnSpc>
              <a:spcBef>
                <a:spcPct val="0"/>
              </a:spcBef>
            </a:pPr>
            <a:r>
              <a:rPr lang="en-US" sz="23144" b="1" i="1" spc="-694" dirty="0">
                <a:solidFill>
                  <a:srgbClr val="FFFFFF"/>
                </a:solidFill>
                <a:latin typeface="Neue Montreal Bold Italics"/>
                <a:ea typeface="Neue Montreal Bold Italics"/>
                <a:cs typeface="Neue Montreal Bold Italics"/>
                <a:sym typeface="Neue Montreal Bold Italics"/>
              </a:rPr>
              <a:t>Salmos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9D9E5F5-D783-14C1-160A-974C9DBA6777}"/>
              </a:ext>
            </a:extLst>
          </p:cNvPr>
          <p:cNvSpPr txBox="1"/>
          <p:nvPr/>
        </p:nvSpPr>
        <p:spPr>
          <a:xfrm>
            <a:off x="3436260" y="5963439"/>
            <a:ext cx="11415480" cy="1904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201"/>
              </a:lnSpc>
            </a:pPr>
            <a:r>
              <a:rPr lang="en-US" sz="16501" b="1" i="1" spc="-990" dirty="0">
                <a:solidFill>
                  <a:srgbClr val="FFF9EB"/>
                </a:solidFill>
                <a:latin typeface="ITC Cheltenham Condensed Bold Italics"/>
                <a:ea typeface="ITC Cheltenham Condensed Bold Italics"/>
                <a:cs typeface="ITC Cheltenham Condensed Bold Italics"/>
                <a:sym typeface="ITC Cheltenham Condensed Bold Italics"/>
              </a:rPr>
              <a:t>63:1-3</a:t>
            </a:r>
          </a:p>
        </p:txBody>
      </p:sp>
    </p:spTree>
    <p:extLst>
      <p:ext uri="{BB962C8B-B14F-4D97-AF65-F5344CB8AC3E}">
        <p14:creationId xmlns:p14="http://schemas.microsoft.com/office/powerpoint/2010/main" val="228191843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D2F59F-F165-E001-753B-AC789F266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F38B90B-E303-3DA9-5F37-710D18EB161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t="-9313" b="-9313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79DCF2B-1875-293F-9DC4-C00FB325409A}"/>
              </a:ext>
            </a:extLst>
          </p:cNvPr>
          <p:cNvSpPr txBox="1"/>
          <p:nvPr/>
        </p:nvSpPr>
        <p:spPr>
          <a:xfrm>
            <a:off x="1070861" y="1334765"/>
            <a:ext cx="16146277" cy="7617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72"/>
              </a:lnSpc>
            </a:pP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1</a:t>
            </a:r>
          </a:p>
          <a:p>
            <a:pPr algn="l">
              <a:lnSpc>
                <a:spcPts val="6572"/>
              </a:lnSpc>
            </a:pP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Dios, Dios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mío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eres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tú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;</a:t>
            </a:r>
          </a:p>
          <a:p>
            <a:pPr algn="l">
              <a:lnSpc>
                <a:spcPts val="6572"/>
              </a:lnSpc>
            </a:pP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De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madrugada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te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buscaré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;</a:t>
            </a:r>
          </a:p>
          <a:p>
            <a:pPr algn="l">
              <a:lnSpc>
                <a:spcPts val="6572"/>
              </a:lnSpc>
            </a:pP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Mi alma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tiene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sed de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ti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 mi carne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te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anhela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</a:t>
            </a:r>
          </a:p>
          <a:p>
            <a:pPr algn="l">
              <a:lnSpc>
                <a:spcPts val="6572"/>
              </a:lnSpc>
            </a:pP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 tierra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seca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y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árida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donde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no hay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aguas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</a:t>
            </a:r>
          </a:p>
          <a:p>
            <a:pPr algn="l">
              <a:lnSpc>
                <a:spcPts val="6572"/>
              </a:lnSpc>
            </a:pPr>
            <a:endParaRPr lang="en-US" sz="6259" b="1" spc="125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l">
              <a:lnSpc>
                <a:spcPts val="6572"/>
              </a:lnSpc>
            </a:pP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</a:t>
            </a:r>
          </a:p>
          <a:p>
            <a:pPr algn="l">
              <a:lnSpc>
                <a:spcPts val="6572"/>
              </a:lnSpc>
            </a:pP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Para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ver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tu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poder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y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tu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gloria,</a:t>
            </a:r>
          </a:p>
          <a:p>
            <a:pPr algn="l">
              <a:lnSpc>
                <a:spcPts val="6572"/>
              </a:lnSpc>
            </a:pP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Así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como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te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he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mirado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el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santuario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82845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A18E93-DA2E-02C9-3282-C414C310C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359CF6C-6ED2-C041-71A8-8605FB6F683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t="-9313" b="-9313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34BE2A4A-48DD-CE8E-69B8-9BABEE2437B8}"/>
              </a:ext>
            </a:extLst>
          </p:cNvPr>
          <p:cNvSpPr txBox="1"/>
          <p:nvPr/>
        </p:nvSpPr>
        <p:spPr>
          <a:xfrm>
            <a:off x="1070861" y="3450729"/>
            <a:ext cx="16146277" cy="3385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72"/>
              </a:lnSpc>
            </a:pP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3</a:t>
            </a:r>
          </a:p>
          <a:p>
            <a:pPr algn="l">
              <a:lnSpc>
                <a:spcPts val="6572"/>
              </a:lnSpc>
            </a:pP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Porque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mejor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es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tu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misericordia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que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la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vida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;</a:t>
            </a:r>
          </a:p>
          <a:p>
            <a:pPr algn="l">
              <a:lnSpc>
                <a:spcPts val="6572"/>
              </a:lnSpc>
            </a:pP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Mis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labios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te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6259" b="1" spc="125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alabarán</a:t>
            </a:r>
            <a:r>
              <a:rPr lang="en-US" sz="6259" b="1" spc="125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8192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1076</Words>
  <Application>Microsoft Macintosh PowerPoint</Application>
  <PresentationFormat>Personalizado</PresentationFormat>
  <Paragraphs>179</Paragraphs>
  <Slides>66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66</vt:i4>
      </vt:variant>
    </vt:vector>
  </HeadingPairs>
  <TitlesOfParts>
    <vt:vector size="73" baseType="lpstr">
      <vt:lpstr>ITC Cheltenham Condensed Italics</vt:lpstr>
      <vt:lpstr>Arial</vt:lpstr>
      <vt:lpstr>ITC Cheltenham Condensed Bold Italics</vt:lpstr>
      <vt:lpstr>Neue Montreal Bold Italics</vt:lpstr>
      <vt:lpstr>Calibri</vt:lpstr>
      <vt:lpstr>Neue Montreal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AGOSTO 30</dc:title>
  <cp:lastModifiedBy>Sara Galvez</cp:lastModifiedBy>
  <cp:revision>10</cp:revision>
  <dcterms:created xsi:type="dcterms:W3CDTF">2006-08-16T00:00:00Z</dcterms:created>
  <dcterms:modified xsi:type="dcterms:W3CDTF">2026-09-06T04:06:53Z</dcterms:modified>
  <dc:identifier>DAHNy7rfSCI</dc:identifier>
</cp:coreProperties>
</file>